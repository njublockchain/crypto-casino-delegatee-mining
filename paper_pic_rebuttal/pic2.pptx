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</p:sldIdLst>
  <p:sldSz cx="9431338" cy="2808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5F01"/>
    <a:srgbClr val="800A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000"/>
  </p:normalViewPr>
  <p:slideViewPr>
    <p:cSldViewPr snapToGrid="0">
      <p:cViewPr>
        <p:scale>
          <a:sx n="132" d="100"/>
          <a:sy n="132" d="100"/>
        </p:scale>
        <p:origin x="824" y="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8917" y="459597"/>
            <a:ext cx="7073504" cy="977700"/>
          </a:xfrm>
        </p:spPr>
        <p:txBody>
          <a:bodyPr anchor="b"/>
          <a:lstStyle>
            <a:lvl1pPr algn="ctr">
              <a:defRPr sz="2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8917" y="1475002"/>
            <a:ext cx="7073504" cy="678019"/>
          </a:xfrm>
        </p:spPr>
        <p:txBody>
          <a:bodyPr/>
          <a:lstStyle>
            <a:lvl1pPr marL="0" indent="0" algn="ctr">
              <a:buNone/>
              <a:defRPr sz="983"/>
            </a:lvl1pPr>
            <a:lvl2pPr marL="187223" indent="0" algn="ctr">
              <a:buNone/>
              <a:defRPr sz="819"/>
            </a:lvl2pPr>
            <a:lvl3pPr marL="374447" indent="0" algn="ctr">
              <a:buNone/>
              <a:defRPr sz="737"/>
            </a:lvl3pPr>
            <a:lvl4pPr marL="561670" indent="0" algn="ctr">
              <a:buNone/>
              <a:defRPr sz="655"/>
            </a:lvl4pPr>
            <a:lvl5pPr marL="748894" indent="0" algn="ctr">
              <a:buNone/>
              <a:defRPr sz="655"/>
            </a:lvl5pPr>
            <a:lvl6pPr marL="936117" indent="0" algn="ctr">
              <a:buNone/>
              <a:defRPr sz="655"/>
            </a:lvl6pPr>
            <a:lvl7pPr marL="1123340" indent="0" algn="ctr">
              <a:buNone/>
              <a:defRPr sz="655"/>
            </a:lvl7pPr>
            <a:lvl8pPr marL="1310564" indent="0" algn="ctr">
              <a:buNone/>
              <a:defRPr sz="655"/>
            </a:lvl8pPr>
            <a:lvl9pPr marL="1497787" indent="0" algn="ctr">
              <a:buNone/>
              <a:defRPr sz="65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41974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6145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92" y="700122"/>
            <a:ext cx="8134529" cy="1168170"/>
          </a:xfrm>
        </p:spPr>
        <p:txBody>
          <a:bodyPr anchor="b"/>
          <a:lstStyle>
            <a:lvl1pPr>
              <a:defRPr sz="2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2" y="1879343"/>
            <a:ext cx="8134529" cy="614313"/>
          </a:xfrm>
        </p:spPr>
        <p:txBody>
          <a:bodyPr/>
          <a:lstStyle>
            <a:lvl1pPr marL="0" indent="0">
              <a:buNone/>
              <a:defRPr sz="983">
                <a:solidFill>
                  <a:schemeClr val="tx1">
                    <a:tint val="75000"/>
                  </a:schemeClr>
                </a:solidFill>
              </a:defRPr>
            </a:lvl1pPr>
            <a:lvl2pPr marL="187223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2pPr>
            <a:lvl3pPr marL="374447" indent="0">
              <a:buNone/>
              <a:defRPr sz="737">
                <a:solidFill>
                  <a:schemeClr val="tx1">
                    <a:tint val="75000"/>
                  </a:schemeClr>
                </a:solidFill>
              </a:defRPr>
            </a:lvl3pPr>
            <a:lvl4pPr marL="561670" indent="0">
              <a:buNone/>
              <a:defRPr sz="655">
                <a:solidFill>
                  <a:schemeClr val="tx1">
                    <a:tint val="75000"/>
                  </a:schemeClr>
                </a:solidFill>
              </a:defRPr>
            </a:lvl4pPr>
            <a:lvl5pPr marL="748894" indent="0">
              <a:buNone/>
              <a:defRPr sz="655">
                <a:solidFill>
                  <a:schemeClr val="tx1">
                    <a:tint val="75000"/>
                  </a:schemeClr>
                </a:solidFill>
              </a:defRPr>
            </a:lvl5pPr>
            <a:lvl6pPr marL="936117" indent="0">
              <a:buNone/>
              <a:defRPr sz="655">
                <a:solidFill>
                  <a:schemeClr val="tx1">
                    <a:tint val="75000"/>
                  </a:schemeClr>
                </a:solidFill>
              </a:defRPr>
            </a:lvl6pPr>
            <a:lvl7pPr marL="1123340" indent="0">
              <a:buNone/>
              <a:defRPr sz="655">
                <a:solidFill>
                  <a:schemeClr val="tx1">
                    <a:tint val="75000"/>
                  </a:schemeClr>
                </a:solidFill>
              </a:defRPr>
            </a:lvl7pPr>
            <a:lvl8pPr marL="1310564" indent="0">
              <a:buNone/>
              <a:defRPr sz="655">
                <a:solidFill>
                  <a:schemeClr val="tx1">
                    <a:tint val="75000"/>
                  </a:schemeClr>
                </a:solidFill>
              </a:defRPr>
            </a:lvl8pPr>
            <a:lvl9pPr marL="1497787" indent="0">
              <a:buNone/>
              <a:defRPr sz="6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84430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8404" y="747577"/>
            <a:ext cx="4008319" cy="1781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4615" y="747577"/>
            <a:ext cx="4008319" cy="1781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2558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633" y="149515"/>
            <a:ext cx="8134529" cy="5428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633" y="688421"/>
            <a:ext cx="3989898" cy="337384"/>
          </a:xfrm>
        </p:spPr>
        <p:txBody>
          <a:bodyPr anchor="b"/>
          <a:lstStyle>
            <a:lvl1pPr marL="0" indent="0">
              <a:buNone/>
              <a:defRPr sz="983" b="1"/>
            </a:lvl1pPr>
            <a:lvl2pPr marL="187223" indent="0">
              <a:buNone/>
              <a:defRPr sz="819" b="1"/>
            </a:lvl2pPr>
            <a:lvl3pPr marL="374447" indent="0">
              <a:buNone/>
              <a:defRPr sz="737" b="1"/>
            </a:lvl3pPr>
            <a:lvl4pPr marL="561670" indent="0">
              <a:buNone/>
              <a:defRPr sz="655" b="1"/>
            </a:lvl4pPr>
            <a:lvl5pPr marL="748894" indent="0">
              <a:buNone/>
              <a:defRPr sz="655" b="1"/>
            </a:lvl5pPr>
            <a:lvl6pPr marL="936117" indent="0">
              <a:buNone/>
              <a:defRPr sz="655" b="1"/>
            </a:lvl6pPr>
            <a:lvl7pPr marL="1123340" indent="0">
              <a:buNone/>
              <a:defRPr sz="655" b="1"/>
            </a:lvl7pPr>
            <a:lvl8pPr marL="1310564" indent="0">
              <a:buNone/>
              <a:defRPr sz="655" b="1"/>
            </a:lvl8pPr>
            <a:lvl9pPr marL="1497787" indent="0">
              <a:buNone/>
              <a:defRPr sz="65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9633" y="1025805"/>
            <a:ext cx="3989898" cy="15088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4615" y="688421"/>
            <a:ext cx="4009547" cy="337384"/>
          </a:xfrm>
        </p:spPr>
        <p:txBody>
          <a:bodyPr anchor="b"/>
          <a:lstStyle>
            <a:lvl1pPr marL="0" indent="0">
              <a:buNone/>
              <a:defRPr sz="983" b="1"/>
            </a:lvl1pPr>
            <a:lvl2pPr marL="187223" indent="0">
              <a:buNone/>
              <a:defRPr sz="819" b="1"/>
            </a:lvl2pPr>
            <a:lvl3pPr marL="374447" indent="0">
              <a:buNone/>
              <a:defRPr sz="737" b="1"/>
            </a:lvl3pPr>
            <a:lvl4pPr marL="561670" indent="0">
              <a:buNone/>
              <a:defRPr sz="655" b="1"/>
            </a:lvl4pPr>
            <a:lvl5pPr marL="748894" indent="0">
              <a:buNone/>
              <a:defRPr sz="655" b="1"/>
            </a:lvl5pPr>
            <a:lvl6pPr marL="936117" indent="0">
              <a:buNone/>
              <a:defRPr sz="655" b="1"/>
            </a:lvl6pPr>
            <a:lvl7pPr marL="1123340" indent="0">
              <a:buNone/>
              <a:defRPr sz="655" b="1"/>
            </a:lvl7pPr>
            <a:lvl8pPr marL="1310564" indent="0">
              <a:buNone/>
              <a:defRPr sz="655" b="1"/>
            </a:lvl8pPr>
            <a:lvl9pPr marL="1497787" indent="0">
              <a:buNone/>
              <a:defRPr sz="65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4615" y="1025805"/>
            <a:ext cx="4009547" cy="15088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405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35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0534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633" y="187219"/>
            <a:ext cx="3041852" cy="655267"/>
          </a:xfrm>
        </p:spPr>
        <p:txBody>
          <a:bodyPr anchor="b"/>
          <a:lstStyle>
            <a:lvl1pPr>
              <a:defRPr sz="13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9547" y="404342"/>
            <a:ext cx="4774615" cy="1995705"/>
          </a:xfrm>
        </p:spPr>
        <p:txBody>
          <a:bodyPr/>
          <a:lstStyle>
            <a:lvl1pPr>
              <a:defRPr sz="1310"/>
            </a:lvl1pPr>
            <a:lvl2pPr>
              <a:defRPr sz="1147"/>
            </a:lvl2pPr>
            <a:lvl3pPr>
              <a:defRPr sz="983"/>
            </a:lvl3pPr>
            <a:lvl4pPr>
              <a:defRPr sz="819"/>
            </a:lvl4pPr>
            <a:lvl5pPr>
              <a:defRPr sz="819"/>
            </a:lvl5pPr>
            <a:lvl6pPr>
              <a:defRPr sz="819"/>
            </a:lvl6pPr>
            <a:lvl7pPr>
              <a:defRPr sz="819"/>
            </a:lvl7pPr>
            <a:lvl8pPr>
              <a:defRPr sz="819"/>
            </a:lvl8pPr>
            <a:lvl9pPr>
              <a:defRPr sz="8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633" y="842487"/>
            <a:ext cx="3041852" cy="1560810"/>
          </a:xfrm>
        </p:spPr>
        <p:txBody>
          <a:bodyPr/>
          <a:lstStyle>
            <a:lvl1pPr marL="0" indent="0">
              <a:buNone/>
              <a:defRPr sz="655"/>
            </a:lvl1pPr>
            <a:lvl2pPr marL="187223" indent="0">
              <a:buNone/>
              <a:defRPr sz="573"/>
            </a:lvl2pPr>
            <a:lvl3pPr marL="374447" indent="0">
              <a:buNone/>
              <a:defRPr sz="491"/>
            </a:lvl3pPr>
            <a:lvl4pPr marL="561670" indent="0">
              <a:buNone/>
              <a:defRPr sz="410"/>
            </a:lvl4pPr>
            <a:lvl5pPr marL="748894" indent="0">
              <a:buNone/>
              <a:defRPr sz="410"/>
            </a:lvl5pPr>
            <a:lvl6pPr marL="936117" indent="0">
              <a:buNone/>
              <a:defRPr sz="410"/>
            </a:lvl6pPr>
            <a:lvl7pPr marL="1123340" indent="0">
              <a:buNone/>
              <a:defRPr sz="410"/>
            </a:lvl7pPr>
            <a:lvl8pPr marL="1310564" indent="0">
              <a:buNone/>
              <a:defRPr sz="410"/>
            </a:lvl8pPr>
            <a:lvl9pPr marL="1497787" indent="0">
              <a:buNone/>
              <a:defRPr sz="4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2298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633" y="187219"/>
            <a:ext cx="3041852" cy="655267"/>
          </a:xfrm>
        </p:spPr>
        <p:txBody>
          <a:bodyPr anchor="b"/>
          <a:lstStyle>
            <a:lvl1pPr>
              <a:defRPr sz="13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09547" y="404342"/>
            <a:ext cx="4774615" cy="1995705"/>
          </a:xfrm>
        </p:spPr>
        <p:txBody>
          <a:bodyPr anchor="t"/>
          <a:lstStyle>
            <a:lvl1pPr marL="0" indent="0">
              <a:buNone/>
              <a:defRPr sz="1310"/>
            </a:lvl1pPr>
            <a:lvl2pPr marL="187223" indent="0">
              <a:buNone/>
              <a:defRPr sz="1147"/>
            </a:lvl2pPr>
            <a:lvl3pPr marL="374447" indent="0">
              <a:buNone/>
              <a:defRPr sz="983"/>
            </a:lvl3pPr>
            <a:lvl4pPr marL="561670" indent="0">
              <a:buNone/>
              <a:defRPr sz="819"/>
            </a:lvl4pPr>
            <a:lvl5pPr marL="748894" indent="0">
              <a:buNone/>
              <a:defRPr sz="819"/>
            </a:lvl5pPr>
            <a:lvl6pPr marL="936117" indent="0">
              <a:buNone/>
              <a:defRPr sz="819"/>
            </a:lvl6pPr>
            <a:lvl7pPr marL="1123340" indent="0">
              <a:buNone/>
              <a:defRPr sz="819"/>
            </a:lvl7pPr>
            <a:lvl8pPr marL="1310564" indent="0">
              <a:buNone/>
              <a:defRPr sz="819"/>
            </a:lvl8pPr>
            <a:lvl9pPr marL="1497787" indent="0">
              <a:buNone/>
              <a:defRPr sz="81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633" y="842487"/>
            <a:ext cx="3041852" cy="1560810"/>
          </a:xfrm>
        </p:spPr>
        <p:txBody>
          <a:bodyPr/>
          <a:lstStyle>
            <a:lvl1pPr marL="0" indent="0">
              <a:buNone/>
              <a:defRPr sz="655"/>
            </a:lvl1pPr>
            <a:lvl2pPr marL="187223" indent="0">
              <a:buNone/>
              <a:defRPr sz="573"/>
            </a:lvl2pPr>
            <a:lvl3pPr marL="374447" indent="0">
              <a:buNone/>
              <a:defRPr sz="491"/>
            </a:lvl3pPr>
            <a:lvl4pPr marL="561670" indent="0">
              <a:buNone/>
              <a:defRPr sz="410"/>
            </a:lvl4pPr>
            <a:lvl5pPr marL="748894" indent="0">
              <a:buNone/>
              <a:defRPr sz="410"/>
            </a:lvl5pPr>
            <a:lvl6pPr marL="936117" indent="0">
              <a:buNone/>
              <a:defRPr sz="410"/>
            </a:lvl6pPr>
            <a:lvl7pPr marL="1123340" indent="0">
              <a:buNone/>
              <a:defRPr sz="410"/>
            </a:lvl7pPr>
            <a:lvl8pPr marL="1310564" indent="0">
              <a:buNone/>
              <a:defRPr sz="410"/>
            </a:lvl8pPr>
            <a:lvl9pPr marL="1497787" indent="0">
              <a:buNone/>
              <a:defRPr sz="4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40696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6901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301" y="149515"/>
            <a:ext cx="2033632" cy="23798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8405" y="149515"/>
            <a:ext cx="5983005" cy="23798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8314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8405" y="149515"/>
            <a:ext cx="8134529" cy="5428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8405" y="747577"/>
            <a:ext cx="8134529" cy="1781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8405" y="2602867"/>
            <a:ext cx="2122051" cy="149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B2C6B-49B1-3846-9D87-FD0AA168065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131" y="2602867"/>
            <a:ext cx="3183077" cy="149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60882" y="2602867"/>
            <a:ext cx="2122051" cy="149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91EC1-061C-C44A-9F18-A095B50A1C1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326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374447" rtl="0" eaLnBrk="1" latinLnBrk="0" hangingPunct="1">
        <a:lnSpc>
          <a:spcPct val="90000"/>
        </a:lnSpc>
        <a:spcBef>
          <a:spcPct val="0"/>
        </a:spcBef>
        <a:buNone/>
        <a:defRPr sz="180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612" indent="-93612" algn="l" defTabSz="374447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147" kern="1200">
          <a:solidFill>
            <a:schemeClr val="tx1"/>
          </a:solidFill>
          <a:latin typeface="+mn-lt"/>
          <a:ea typeface="+mn-ea"/>
          <a:cs typeface="+mn-cs"/>
        </a:defRPr>
      </a:lvl1pPr>
      <a:lvl2pPr marL="280835" indent="-93612" algn="l" defTabSz="374447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983" kern="1200">
          <a:solidFill>
            <a:schemeClr val="tx1"/>
          </a:solidFill>
          <a:latin typeface="+mn-lt"/>
          <a:ea typeface="+mn-ea"/>
          <a:cs typeface="+mn-cs"/>
        </a:defRPr>
      </a:lvl2pPr>
      <a:lvl3pPr marL="468059" indent="-93612" algn="l" defTabSz="374447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3pPr>
      <a:lvl4pPr marL="655282" indent="-93612" algn="l" defTabSz="374447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7" kern="1200">
          <a:solidFill>
            <a:schemeClr val="tx1"/>
          </a:solidFill>
          <a:latin typeface="+mn-lt"/>
          <a:ea typeface="+mn-ea"/>
          <a:cs typeface="+mn-cs"/>
        </a:defRPr>
      </a:lvl4pPr>
      <a:lvl5pPr marL="842505" indent="-93612" algn="l" defTabSz="374447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7" kern="1200">
          <a:solidFill>
            <a:schemeClr val="tx1"/>
          </a:solidFill>
          <a:latin typeface="+mn-lt"/>
          <a:ea typeface="+mn-ea"/>
          <a:cs typeface="+mn-cs"/>
        </a:defRPr>
      </a:lvl5pPr>
      <a:lvl6pPr marL="1029729" indent="-93612" algn="l" defTabSz="374447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7" kern="1200">
          <a:solidFill>
            <a:schemeClr val="tx1"/>
          </a:solidFill>
          <a:latin typeface="+mn-lt"/>
          <a:ea typeface="+mn-ea"/>
          <a:cs typeface="+mn-cs"/>
        </a:defRPr>
      </a:lvl6pPr>
      <a:lvl7pPr marL="1216952" indent="-93612" algn="l" defTabSz="374447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7" kern="1200">
          <a:solidFill>
            <a:schemeClr val="tx1"/>
          </a:solidFill>
          <a:latin typeface="+mn-lt"/>
          <a:ea typeface="+mn-ea"/>
          <a:cs typeface="+mn-cs"/>
        </a:defRPr>
      </a:lvl7pPr>
      <a:lvl8pPr marL="1404176" indent="-93612" algn="l" defTabSz="374447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7" kern="1200">
          <a:solidFill>
            <a:schemeClr val="tx1"/>
          </a:solidFill>
          <a:latin typeface="+mn-lt"/>
          <a:ea typeface="+mn-ea"/>
          <a:cs typeface="+mn-cs"/>
        </a:defRPr>
      </a:lvl8pPr>
      <a:lvl9pPr marL="1591399" indent="-93612" algn="l" defTabSz="374447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4447" rtl="0" eaLnBrk="1" latinLnBrk="0" hangingPunct="1">
        <a:defRPr sz="737" kern="1200">
          <a:solidFill>
            <a:schemeClr val="tx1"/>
          </a:solidFill>
          <a:latin typeface="+mn-lt"/>
          <a:ea typeface="+mn-ea"/>
          <a:cs typeface="+mn-cs"/>
        </a:defRPr>
      </a:lvl1pPr>
      <a:lvl2pPr marL="187223" algn="l" defTabSz="374447" rtl="0" eaLnBrk="1" latinLnBrk="0" hangingPunct="1">
        <a:defRPr sz="737" kern="1200">
          <a:solidFill>
            <a:schemeClr val="tx1"/>
          </a:solidFill>
          <a:latin typeface="+mn-lt"/>
          <a:ea typeface="+mn-ea"/>
          <a:cs typeface="+mn-cs"/>
        </a:defRPr>
      </a:lvl2pPr>
      <a:lvl3pPr marL="374447" algn="l" defTabSz="374447" rtl="0" eaLnBrk="1" latinLnBrk="0" hangingPunct="1">
        <a:defRPr sz="737" kern="1200">
          <a:solidFill>
            <a:schemeClr val="tx1"/>
          </a:solidFill>
          <a:latin typeface="+mn-lt"/>
          <a:ea typeface="+mn-ea"/>
          <a:cs typeface="+mn-cs"/>
        </a:defRPr>
      </a:lvl3pPr>
      <a:lvl4pPr marL="561670" algn="l" defTabSz="374447" rtl="0" eaLnBrk="1" latinLnBrk="0" hangingPunct="1">
        <a:defRPr sz="737" kern="1200">
          <a:solidFill>
            <a:schemeClr val="tx1"/>
          </a:solidFill>
          <a:latin typeface="+mn-lt"/>
          <a:ea typeface="+mn-ea"/>
          <a:cs typeface="+mn-cs"/>
        </a:defRPr>
      </a:lvl4pPr>
      <a:lvl5pPr marL="748894" algn="l" defTabSz="374447" rtl="0" eaLnBrk="1" latinLnBrk="0" hangingPunct="1">
        <a:defRPr sz="737" kern="1200">
          <a:solidFill>
            <a:schemeClr val="tx1"/>
          </a:solidFill>
          <a:latin typeface="+mn-lt"/>
          <a:ea typeface="+mn-ea"/>
          <a:cs typeface="+mn-cs"/>
        </a:defRPr>
      </a:lvl5pPr>
      <a:lvl6pPr marL="936117" algn="l" defTabSz="374447" rtl="0" eaLnBrk="1" latinLnBrk="0" hangingPunct="1">
        <a:defRPr sz="737" kern="1200">
          <a:solidFill>
            <a:schemeClr val="tx1"/>
          </a:solidFill>
          <a:latin typeface="+mn-lt"/>
          <a:ea typeface="+mn-ea"/>
          <a:cs typeface="+mn-cs"/>
        </a:defRPr>
      </a:lvl6pPr>
      <a:lvl7pPr marL="1123340" algn="l" defTabSz="374447" rtl="0" eaLnBrk="1" latinLnBrk="0" hangingPunct="1">
        <a:defRPr sz="737" kern="1200">
          <a:solidFill>
            <a:schemeClr val="tx1"/>
          </a:solidFill>
          <a:latin typeface="+mn-lt"/>
          <a:ea typeface="+mn-ea"/>
          <a:cs typeface="+mn-cs"/>
        </a:defRPr>
      </a:lvl7pPr>
      <a:lvl8pPr marL="1310564" algn="l" defTabSz="374447" rtl="0" eaLnBrk="1" latinLnBrk="0" hangingPunct="1">
        <a:defRPr sz="737" kern="1200">
          <a:solidFill>
            <a:schemeClr val="tx1"/>
          </a:solidFill>
          <a:latin typeface="+mn-lt"/>
          <a:ea typeface="+mn-ea"/>
          <a:cs typeface="+mn-cs"/>
        </a:defRPr>
      </a:lvl8pPr>
      <a:lvl9pPr marL="1497787" algn="l" defTabSz="374447" rtl="0" eaLnBrk="1" latinLnBrk="0" hangingPunct="1">
        <a:defRPr sz="7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roup 459">
            <a:extLst>
              <a:ext uri="{FF2B5EF4-FFF2-40B4-BE49-F238E27FC236}">
                <a16:creationId xmlns:a16="http://schemas.microsoft.com/office/drawing/2014/main" id="{D5EBB16B-4193-00BB-121D-9E4899527347}"/>
              </a:ext>
            </a:extLst>
          </p:cNvPr>
          <p:cNvGrpSpPr/>
          <p:nvPr/>
        </p:nvGrpSpPr>
        <p:grpSpPr>
          <a:xfrm>
            <a:off x="20677" y="35289"/>
            <a:ext cx="9429913" cy="2737709"/>
            <a:chOff x="23748" y="35295"/>
            <a:chExt cx="9429913" cy="2737709"/>
          </a:xfrm>
        </p:grpSpPr>
        <p:sp>
          <p:nvSpPr>
            <p:cNvPr id="184" name="Rounded Rectangle 183">
              <a:extLst>
                <a:ext uri="{FF2B5EF4-FFF2-40B4-BE49-F238E27FC236}">
                  <a16:creationId xmlns:a16="http://schemas.microsoft.com/office/drawing/2014/main" id="{50177695-5808-229B-F1ED-3ED0FA056741}"/>
                </a:ext>
              </a:extLst>
            </p:cNvPr>
            <p:cNvSpPr/>
            <p:nvPr/>
          </p:nvSpPr>
          <p:spPr>
            <a:xfrm>
              <a:off x="3864004" y="680965"/>
              <a:ext cx="1985729" cy="2009966"/>
            </a:xfrm>
            <a:prstGeom prst="roundRect">
              <a:avLst>
                <a:gd name="adj" fmla="val 8311"/>
              </a:avLst>
            </a:prstGeom>
            <a:solidFill>
              <a:schemeClr val="accent4">
                <a:lumMod val="20000"/>
                <a:lumOff val="80000"/>
                <a:alpha val="33796"/>
              </a:schemeClr>
            </a:solidFill>
            <a:ln w="9525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Rounded Rectangle 184">
              <a:extLst>
                <a:ext uri="{FF2B5EF4-FFF2-40B4-BE49-F238E27FC236}">
                  <a16:creationId xmlns:a16="http://schemas.microsoft.com/office/drawing/2014/main" id="{0F5197F5-3B7F-5B30-5166-50B713BACF57}"/>
                </a:ext>
              </a:extLst>
            </p:cNvPr>
            <p:cNvSpPr/>
            <p:nvPr/>
          </p:nvSpPr>
          <p:spPr>
            <a:xfrm>
              <a:off x="100932" y="330572"/>
              <a:ext cx="1590130" cy="2361396"/>
            </a:xfrm>
            <a:prstGeom prst="roundRect">
              <a:avLst>
                <a:gd name="adj" fmla="val 8311"/>
              </a:avLst>
            </a:prstGeom>
            <a:solidFill>
              <a:schemeClr val="accent1">
                <a:lumMod val="20000"/>
                <a:lumOff val="80000"/>
                <a:alpha val="33796"/>
              </a:schemeClr>
            </a:solidFill>
            <a:ln w="9525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Rounded Rectangle 185">
              <a:extLst>
                <a:ext uri="{FF2B5EF4-FFF2-40B4-BE49-F238E27FC236}">
                  <a16:creationId xmlns:a16="http://schemas.microsoft.com/office/drawing/2014/main" id="{D3FCB0FF-6F73-6262-3554-62504B2B5B19}"/>
                </a:ext>
              </a:extLst>
            </p:cNvPr>
            <p:cNvSpPr/>
            <p:nvPr/>
          </p:nvSpPr>
          <p:spPr>
            <a:xfrm>
              <a:off x="2038327" y="676822"/>
              <a:ext cx="1731780" cy="1997691"/>
            </a:xfrm>
            <a:prstGeom prst="roundRect">
              <a:avLst>
                <a:gd name="adj" fmla="val 8311"/>
              </a:avLst>
            </a:prstGeom>
            <a:solidFill>
              <a:schemeClr val="accent2">
                <a:lumMod val="20000"/>
                <a:lumOff val="80000"/>
                <a:alpha val="33796"/>
              </a:schemeClr>
            </a:solidFill>
            <a:ln w="9525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Rounded Rectangle 186">
              <a:extLst>
                <a:ext uri="{FF2B5EF4-FFF2-40B4-BE49-F238E27FC236}">
                  <a16:creationId xmlns:a16="http://schemas.microsoft.com/office/drawing/2014/main" id="{B2346787-4AD3-035D-99CF-205DC79519AC}"/>
                </a:ext>
              </a:extLst>
            </p:cNvPr>
            <p:cNvSpPr/>
            <p:nvPr/>
          </p:nvSpPr>
          <p:spPr>
            <a:xfrm>
              <a:off x="8190549" y="683182"/>
              <a:ext cx="1136706" cy="2010776"/>
            </a:xfrm>
            <a:prstGeom prst="roundRect">
              <a:avLst>
                <a:gd name="adj" fmla="val 7259"/>
              </a:avLst>
            </a:prstGeom>
            <a:solidFill>
              <a:schemeClr val="accent6">
                <a:lumMod val="20000"/>
                <a:lumOff val="80000"/>
                <a:alpha val="34009"/>
              </a:schemeClr>
            </a:solidFill>
            <a:ln w="9525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Rounded Rectangle 187">
              <a:extLst>
                <a:ext uri="{FF2B5EF4-FFF2-40B4-BE49-F238E27FC236}">
                  <a16:creationId xmlns:a16="http://schemas.microsoft.com/office/drawing/2014/main" id="{30E7832D-453A-90E6-4ECC-AEFC280F0CC5}"/>
                </a:ext>
              </a:extLst>
            </p:cNvPr>
            <p:cNvSpPr/>
            <p:nvPr/>
          </p:nvSpPr>
          <p:spPr>
            <a:xfrm>
              <a:off x="5960196" y="677124"/>
              <a:ext cx="1976050" cy="2013808"/>
            </a:xfrm>
            <a:prstGeom prst="roundRect">
              <a:avLst>
                <a:gd name="adj" fmla="val 7259"/>
              </a:avLst>
            </a:prstGeom>
            <a:solidFill>
              <a:schemeClr val="accent4">
                <a:lumMod val="20000"/>
                <a:lumOff val="80000"/>
                <a:alpha val="34009"/>
              </a:schemeClr>
            </a:solidFill>
            <a:ln w="9525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DA4206A9-BEBD-43D1-00D3-969AA5AB19BC}"/>
                </a:ext>
              </a:extLst>
            </p:cNvPr>
            <p:cNvSpPr txBox="1"/>
            <p:nvPr/>
          </p:nvSpPr>
          <p:spPr>
            <a:xfrm>
              <a:off x="168323" y="52458"/>
              <a:ext cx="1521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Construction</a:t>
              </a:r>
              <a:endParaRPr lang="en-CN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Rounded Rectangle 189">
              <a:extLst>
                <a:ext uri="{FF2B5EF4-FFF2-40B4-BE49-F238E27FC236}">
                  <a16:creationId xmlns:a16="http://schemas.microsoft.com/office/drawing/2014/main" id="{C5CD8CB0-3469-C036-B5BF-F41B1B2CF8A5}"/>
                </a:ext>
              </a:extLst>
            </p:cNvPr>
            <p:cNvSpPr/>
            <p:nvPr/>
          </p:nvSpPr>
          <p:spPr>
            <a:xfrm>
              <a:off x="1971707" y="39253"/>
              <a:ext cx="6043508" cy="273375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860FA781-99B5-FD51-A3CA-B9FC7B11915A}"/>
                </a:ext>
              </a:extLst>
            </p:cNvPr>
            <p:cNvSpPr txBox="1"/>
            <p:nvPr/>
          </p:nvSpPr>
          <p:spPr>
            <a:xfrm>
              <a:off x="3787610" y="59821"/>
              <a:ext cx="24436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Participant Role</a:t>
              </a:r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Identification</a:t>
              </a:r>
              <a:endParaRPr lang="en-CN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Rounded Rectangle 191">
              <a:extLst>
                <a:ext uri="{FF2B5EF4-FFF2-40B4-BE49-F238E27FC236}">
                  <a16:creationId xmlns:a16="http://schemas.microsoft.com/office/drawing/2014/main" id="{BC774D09-05E6-354B-21F9-EA2E3AFD22F3}"/>
                </a:ext>
              </a:extLst>
            </p:cNvPr>
            <p:cNvSpPr/>
            <p:nvPr/>
          </p:nvSpPr>
          <p:spPr>
            <a:xfrm>
              <a:off x="23748" y="35295"/>
              <a:ext cx="1732325" cy="273375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069E6FF4-7107-5473-D3D5-9B5782E71E2A}"/>
                </a:ext>
              </a:extLst>
            </p:cNvPr>
            <p:cNvSpPr txBox="1"/>
            <p:nvPr/>
          </p:nvSpPr>
          <p:spPr>
            <a:xfrm>
              <a:off x="2068153" y="394182"/>
              <a:ext cx="1678953" cy="253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ChainVoteRank</a:t>
              </a:r>
              <a:endPara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B7312625-E7A8-DC27-7F6A-023ABFCCB755}"/>
                </a:ext>
              </a:extLst>
            </p:cNvPr>
            <p:cNvSpPr txBox="1"/>
            <p:nvPr/>
          </p:nvSpPr>
          <p:spPr>
            <a:xfrm>
              <a:off x="3864959" y="396037"/>
              <a:ext cx="4077824" cy="253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Self-supervised GAT-based</a:t>
              </a:r>
              <a:r>
                <a:rPr lang="zh-CN" alt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</a:t>
              </a:r>
              <a:endPara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Right Arrow 194">
              <a:extLst>
                <a:ext uri="{FF2B5EF4-FFF2-40B4-BE49-F238E27FC236}">
                  <a16:creationId xmlns:a16="http://schemas.microsoft.com/office/drawing/2014/main" id="{8A0DEC62-DADF-6B52-133E-EBF144D87C83}"/>
                </a:ext>
              </a:extLst>
            </p:cNvPr>
            <p:cNvSpPr/>
            <p:nvPr/>
          </p:nvSpPr>
          <p:spPr>
            <a:xfrm>
              <a:off x="1720212" y="1257661"/>
              <a:ext cx="300364" cy="45539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1A0CB165-A44B-77A7-2BE0-0605C5F23067}"/>
                    </a:ext>
                  </a:extLst>
                </p:cNvPr>
                <p:cNvSpPr txBox="1"/>
                <p:nvPr/>
              </p:nvSpPr>
              <p:spPr>
                <a:xfrm>
                  <a:off x="173106" y="353476"/>
                  <a:ext cx="1428522" cy="5109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N" sz="820" dirty="0"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A </a:t>
                  </a:r>
                  <a:r>
                    <a:rPr lang="en-US" sz="820" dirty="0">
                      <a:latin typeface="Times New Roman" panose="020206030504050203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temporal, </a:t>
                  </a:r>
                  <a:r>
                    <a:rPr lang="en-US" sz="820" dirty="0"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weighted, </a:t>
                  </a:r>
                  <a:r>
                    <a:rPr lang="en-CN" sz="820" dirty="0"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homogeneous </a:t>
                  </a:r>
                  <a:r>
                    <a:rPr lang="en-US" sz="820" dirty="0"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and directed multi-graph </a:t>
                  </a:r>
                  <a14:m>
                    <m:oMath xmlns:m="http://schemas.openxmlformats.org/officeDocument/2006/math">
                      <m:r>
                        <a:rPr lang="en-US" sz="957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Georgia" panose="02040502050405020303" pitchFamily="18" charset="0"/>
                        </a:rPr>
                        <m:t>𝐺</m:t>
                      </m:r>
                      <m:r>
                        <a:rPr lang="en-US" sz="957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Georgia" panose="02040502050405020303" pitchFamily="18" charset="0"/>
                        </a:rPr>
                        <m:t>=</m:t>
                      </m:r>
                      <m:d>
                        <m:dPr>
                          <m:ctrlPr>
                            <a:rPr lang="en-CN" sz="95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CN" sz="957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N" sz="957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Georgia" panose="02040502050405020303" pitchFamily="18" charset="0"/>
                                </a:rPr>
                                <m:t>𝑉</m:t>
                              </m:r>
                            </m:e>
                          </m:acc>
                          <m:r>
                            <a:rPr lang="en-CN" sz="957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Georgia" panose="02040502050405020303" pitchFamily="18" charset="0"/>
                            </a:rPr>
                            <m:t>,</m:t>
                          </m:r>
                          <m:acc>
                            <m:accPr>
                              <m:chr m:val="̃"/>
                              <m:ctrlPr>
                                <a:rPr lang="en-CN" sz="957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N" sz="957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Georgia" panose="02040502050405020303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</m:d>
                    </m:oMath>
                  </a14:m>
                  <a:endParaRPr lang="en-CN" sz="957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1A0CB165-A44B-77A7-2BE0-0605C5F23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06" y="353476"/>
                  <a:ext cx="1428522" cy="51090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F417E686-4725-428A-F2F1-746D86E66C9D}"/>
                </a:ext>
              </a:extLst>
            </p:cNvPr>
            <p:cNvGrpSpPr/>
            <p:nvPr/>
          </p:nvGrpSpPr>
          <p:grpSpPr>
            <a:xfrm>
              <a:off x="292326" y="2231319"/>
              <a:ext cx="1126466" cy="489816"/>
              <a:chOff x="1074612" y="3196742"/>
              <a:chExt cx="1647858" cy="716531"/>
            </a:xfrm>
          </p:grpSpPr>
          <p:cxnSp>
            <p:nvCxnSpPr>
              <p:cNvPr id="352" name="Straight Arrow Connector 351">
                <a:extLst>
                  <a:ext uri="{FF2B5EF4-FFF2-40B4-BE49-F238E27FC236}">
                    <a16:creationId xmlns:a16="http://schemas.microsoft.com/office/drawing/2014/main" id="{04287CCA-E68A-AC6B-95D2-C3708239609B}"/>
                  </a:ext>
                </a:extLst>
              </p:cNvPr>
              <p:cNvCxnSpPr/>
              <p:nvPr/>
            </p:nvCxnSpPr>
            <p:spPr>
              <a:xfrm>
                <a:off x="1087300" y="3318554"/>
                <a:ext cx="32113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6E86C319-AB52-E9F3-F7D2-9F69AD8A5D27}"/>
                  </a:ext>
                </a:extLst>
              </p:cNvPr>
              <p:cNvSpPr txBox="1"/>
              <p:nvPr/>
            </p:nvSpPr>
            <p:spPr>
              <a:xfrm>
                <a:off x="1390061" y="3196742"/>
                <a:ext cx="1332409" cy="2890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8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CN" sz="68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ransaction/Transfer</a:t>
                </a:r>
              </a:p>
            </p:txBody>
          </p:sp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6DAA571B-07CB-BC75-BD24-BE7CC5A3111D}"/>
                  </a:ext>
                </a:extLst>
              </p:cNvPr>
              <p:cNvSpPr txBox="1"/>
              <p:nvPr/>
            </p:nvSpPr>
            <p:spPr>
              <a:xfrm>
                <a:off x="1074612" y="3384138"/>
                <a:ext cx="481186" cy="319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17208" indent="-117208">
                  <a:buFont typeface="Wingdings" pitchFamily="2" charset="2"/>
                  <a:buChar char="ü"/>
                </a:pPr>
                <a:r>
                  <a:rPr lang="zh-CN" altLang="en-US" sz="82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CN" sz="82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9675A723-957F-6E79-A826-C98ABD8BEB17}"/>
                  </a:ext>
                </a:extLst>
              </p:cNvPr>
              <p:cNvSpPr txBox="1"/>
              <p:nvPr/>
            </p:nvSpPr>
            <p:spPr>
              <a:xfrm>
                <a:off x="1081302" y="3593608"/>
                <a:ext cx="481186" cy="319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17208" indent="-117208">
                  <a:buFont typeface="Wingdings" pitchFamily="2" charset="2"/>
                  <a:buChar char="ü"/>
                </a:pPr>
                <a:r>
                  <a:rPr lang="zh-CN" altLang="en-US" sz="82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CN" sz="82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40A51E9C-B8C1-9345-7A90-E5507AE55372}"/>
                  </a:ext>
                </a:extLst>
              </p:cNvPr>
              <p:cNvSpPr txBox="1"/>
              <p:nvPr/>
            </p:nvSpPr>
            <p:spPr>
              <a:xfrm>
                <a:off x="1390057" y="3384131"/>
                <a:ext cx="689889" cy="2890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68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Amount</a:t>
                </a:r>
              </a:p>
            </p:txBody>
          </p:sp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549C3277-01FA-EB21-DA88-03B5F2005DDC}"/>
                  </a:ext>
                </a:extLst>
              </p:cNvPr>
              <p:cNvSpPr txBox="1"/>
              <p:nvPr/>
            </p:nvSpPr>
            <p:spPr>
              <a:xfrm>
                <a:off x="1388595" y="3598846"/>
                <a:ext cx="844656" cy="2890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68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Timestamp</a:t>
                </a:r>
              </a:p>
            </p:txBody>
          </p:sp>
        </p:grp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746E384-A149-058B-507C-4EECBF161181}"/>
                </a:ext>
              </a:extLst>
            </p:cNvPr>
            <p:cNvSpPr txBox="1"/>
            <p:nvPr/>
          </p:nvSpPr>
          <p:spPr>
            <a:xfrm>
              <a:off x="8057471" y="57934"/>
              <a:ext cx="13961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Cross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-role</a:t>
              </a:r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Pattern</a:t>
              </a:r>
              <a:endParaRPr lang="en-CN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AB599B1B-9A12-DF41-59E8-97119E9FB269}"/>
                </a:ext>
              </a:extLst>
            </p:cNvPr>
            <p:cNvGrpSpPr/>
            <p:nvPr/>
          </p:nvGrpSpPr>
          <p:grpSpPr>
            <a:xfrm>
              <a:off x="8298732" y="740449"/>
              <a:ext cx="353987" cy="314150"/>
              <a:chOff x="8647055" y="5043764"/>
              <a:chExt cx="581170" cy="492881"/>
            </a:xfrm>
          </p:grpSpPr>
          <p:grpSp>
            <p:nvGrpSpPr>
              <p:cNvPr id="344" name="Group 343">
                <a:extLst>
                  <a:ext uri="{FF2B5EF4-FFF2-40B4-BE49-F238E27FC236}">
                    <a16:creationId xmlns:a16="http://schemas.microsoft.com/office/drawing/2014/main" id="{0504076A-8D1F-6640-1E96-F985406A10A5}"/>
                  </a:ext>
                </a:extLst>
              </p:cNvPr>
              <p:cNvGrpSpPr/>
              <p:nvPr/>
            </p:nvGrpSpPr>
            <p:grpSpPr>
              <a:xfrm>
                <a:off x="8647055" y="5043764"/>
                <a:ext cx="581170" cy="492881"/>
                <a:chOff x="7244746" y="1180315"/>
                <a:chExt cx="921720" cy="732293"/>
              </a:xfrm>
            </p:grpSpPr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7B453629-ADE6-BD2D-E0DE-BF0B88A57EEF}"/>
                    </a:ext>
                  </a:extLst>
                </p:cNvPr>
                <p:cNvSpPr/>
                <p:nvPr/>
              </p:nvSpPr>
              <p:spPr>
                <a:xfrm>
                  <a:off x="7633056" y="1180315"/>
                  <a:ext cx="173599" cy="172203"/>
                </a:xfrm>
                <a:prstGeom prst="ellipse">
                  <a:avLst/>
                </a:prstGeom>
                <a:solidFill>
                  <a:srgbClr val="65095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09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1A419A06-4BC8-8EB2-2257-56C6F771D484}"/>
                    </a:ext>
                  </a:extLst>
                </p:cNvPr>
                <p:cNvSpPr/>
                <p:nvPr/>
              </p:nvSpPr>
              <p:spPr>
                <a:xfrm>
                  <a:off x="7244746" y="1740405"/>
                  <a:ext cx="173599" cy="172203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09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F0ECB122-5A63-787D-13C7-98A478456852}"/>
                    </a:ext>
                  </a:extLst>
                </p:cNvPr>
                <p:cNvSpPr/>
                <p:nvPr/>
              </p:nvSpPr>
              <p:spPr>
                <a:xfrm>
                  <a:off x="7992867" y="1740405"/>
                  <a:ext cx="173599" cy="172203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09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49" name="Straight Arrow Connector 348">
                  <a:extLst>
                    <a:ext uri="{FF2B5EF4-FFF2-40B4-BE49-F238E27FC236}">
                      <a16:creationId xmlns:a16="http://schemas.microsoft.com/office/drawing/2014/main" id="{210619EB-3ADA-1B2B-C524-B8541837508C}"/>
                    </a:ext>
                  </a:extLst>
                </p:cNvPr>
                <p:cNvCxnSpPr>
                  <a:cxnSpLocks/>
                  <a:stCxn id="346" idx="3"/>
                  <a:endCxn id="347" idx="0"/>
                </p:cNvCxnSpPr>
                <p:nvPr/>
              </p:nvCxnSpPr>
              <p:spPr>
                <a:xfrm flipH="1">
                  <a:off x="7331546" y="1327299"/>
                  <a:ext cx="326934" cy="41310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Straight Arrow Connector 349">
                  <a:extLst>
                    <a:ext uri="{FF2B5EF4-FFF2-40B4-BE49-F238E27FC236}">
                      <a16:creationId xmlns:a16="http://schemas.microsoft.com/office/drawing/2014/main" id="{0F1658DF-ED3E-1C9C-3118-6A773EACCB82}"/>
                    </a:ext>
                  </a:extLst>
                </p:cNvPr>
                <p:cNvCxnSpPr>
                  <a:stCxn id="347" idx="6"/>
                  <a:endCxn id="348" idx="2"/>
                </p:cNvCxnSpPr>
                <p:nvPr/>
              </p:nvCxnSpPr>
              <p:spPr>
                <a:xfrm>
                  <a:off x="7418345" y="1826507"/>
                  <a:ext cx="574522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Straight Arrow Connector 350">
                  <a:extLst>
                    <a:ext uri="{FF2B5EF4-FFF2-40B4-BE49-F238E27FC236}">
                      <a16:creationId xmlns:a16="http://schemas.microsoft.com/office/drawing/2014/main" id="{1A749A0D-C2E2-F38F-1498-9A809E288F53}"/>
                    </a:ext>
                  </a:extLst>
                </p:cNvPr>
                <p:cNvCxnSpPr>
                  <a:stCxn id="348" idx="0"/>
                  <a:endCxn id="346" idx="5"/>
                </p:cNvCxnSpPr>
                <p:nvPr/>
              </p:nvCxnSpPr>
              <p:spPr>
                <a:xfrm flipH="1" flipV="1">
                  <a:off x="7781232" y="1327299"/>
                  <a:ext cx="298435" cy="41310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CD155499-B9C0-F17E-8327-979B710A1776}"/>
                  </a:ext>
                </a:extLst>
              </p:cNvPr>
              <p:cNvSpPr txBox="1"/>
              <p:nvPr/>
            </p:nvSpPr>
            <p:spPr>
              <a:xfrm>
                <a:off x="8757544" y="5160035"/>
                <a:ext cx="403189" cy="375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957" b="1" dirty="0">
                    <a:solidFill>
                      <a:srgbClr val="65095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A60C11B7-31BD-351B-E606-C2DFBD4AF9E0}"/>
                </a:ext>
              </a:extLst>
            </p:cNvPr>
            <p:cNvGrpSpPr/>
            <p:nvPr/>
          </p:nvGrpSpPr>
          <p:grpSpPr>
            <a:xfrm>
              <a:off x="8320117" y="1139344"/>
              <a:ext cx="344015" cy="308479"/>
              <a:chOff x="9308578" y="5059043"/>
              <a:chExt cx="533766" cy="499290"/>
            </a:xfrm>
          </p:grpSpPr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2E56240F-116E-92E1-9581-5B527E629D2B}"/>
                  </a:ext>
                </a:extLst>
              </p:cNvPr>
              <p:cNvGrpSpPr/>
              <p:nvPr/>
            </p:nvGrpSpPr>
            <p:grpSpPr>
              <a:xfrm>
                <a:off x="9308578" y="5059043"/>
                <a:ext cx="533766" cy="484067"/>
                <a:chOff x="8403705" y="1231745"/>
                <a:chExt cx="846540" cy="719198"/>
              </a:xfrm>
            </p:grpSpPr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EAB9065E-EF54-FE92-D6D5-112D198EA4F6}"/>
                    </a:ext>
                  </a:extLst>
                </p:cNvPr>
                <p:cNvSpPr/>
                <p:nvPr/>
              </p:nvSpPr>
              <p:spPr>
                <a:xfrm rot="16395075">
                  <a:off x="9075726" y="1776425"/>
                  <a:ext cx="177229" cy="171808"/>
                </a:xfrm>
                <a:prstGeom prst="ellipse">
                  <a:avLst/>
                </a:prstGeom>
                <a:solidFill>
                  <a:srgbClr val="65095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09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C464126E-6629-DF11-2C5E-84962CE6DF1B}"/>
                    </a:ext>
                  </a:extLst>
                </p:cNvPr>
                <p:cNvSpPr/>
                <p:nvPr/>
              </p:nvSpPr>
              <p:spPr>
                <a:xfrm rot="16395075">
                  <a:off x="8400994" y="1769201"/>
                  <a:ext cx="177229" cy="171808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09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95476B78-5248-DB61-C58A-71934EFF3100}"/>
                    </a:ext>
                  </a:extLst>
                </p:cNvPr>
                <p:cNvSpPr/>
                <p:nvPr/>
              </p:nvSpPr>
              <p:spPr>
                <a:xfrm rot="11054898">
                  <a:off x="8727328" y="1231745"/>
                  <a:ext cx="182755" cy="166613"/>
                </a:xfrm>
                <a:prstGeom prst="ellips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09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42" name="Straight Arrow Connector 341">
                  <a:extLst>
                    <a:ext uri="{FF2B5EF4-FFF2-40B4-BE49-F238E27FC236}">
                      <a16:creationId xmlns:a16="http://schemas.microsoft.com/office/drawing/2014/main" id="{8A66C8C1-1E71-35C1-D82B-58A9107170B7}"/>
                    </a:ext>
                  </a:extLst>
                </p:cNvPr>
                <p:cNvCxnSpPr>
                  <a:cxnSpLocks/>
                  <a:stCxn id="340" idx="6"/>
                  <a:endCxn id="341" idx="7"/>
                </p:cNvCxnSpPr>
                <p:nvPr/>
              </p:nvCxnSpPr>
              <p:spPr>
                <a:xfrm flipV="1">
                  <a:off x="8494634" y="1369010"/>
                  <a:ext cx="255272" cy="39762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Arrow Connector 342">
                  <a:extLst>
                    <a:ext uri="{FF2B5EF4-FFF2-40B4-BE49-F238E27FC236}">
                      <a16:creationId xmlns:a16="http://schemas.microsoft.com/office/drawing/2014/main" id="{1EDDEA1A-32D8-751A-A290-05C2B862A11F}"/>
                    </a:ext>
                  </a:extLst>
                </p:cNvPr>
                <p:cNvCxnSpPr>
                  <a:cxnSpLocks/>
                  <a:stCxn id="341" idx="1"/>
                  <a:endCxn id="339" idx="6"/>
                </p:cNvCxnSpPr>
                <p:nvPr/>
              </p:nvCxnSpPr>
              <p:spPr>
                <a:xfrm>
                  <a:off x="8878778" y="1378583"/>
                  <a:ext cx="290588" cy="39527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703E7818-4B2E-F67F-D8E3-0BF85A42ACBC}"/>
                  </a:ext>
                </a:extLst>
              </p:cNvPr>
              <p:cNvSpPr txBox="1"/>
              <p:nvPr/>
            </p:nvSpPr>
            <p:spPr>
              <a:xfrm>
                <a:off x="9394967" y="5170498"/>
                <a:ext cx="381036" cy="387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957" b="1" dirty="0">
                    <a:solidFill>
                      <a:srgbClr val="65095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A10E902F-57F1-7240-D5D9-ACF4C3889DB9}"/>
                </a:ext>
              </a:extLst>
            </p:cNvPr>
            <p:cNvGrpSpPr/>
            <p:nvPr/>
          </p:nvGrpSpPr>
          <p:grpSpPr>
            <a:xfrm>
              <a:off x="8302064" y="1520234"/>
              <a:ext cx="403368" cy="329385"/>
              <a:chOff x="9948679" y="5045043"/>
              <a:chExt cx="611552" cy="500338"/>
            </a:xfrm>
          </p:grpSpPr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CDF4CE78-47A5-F0E1-0CFE-443AFC5FDDB3}"/>
                  </a:ext>
                </a:extLst>
              </p:cNvPr>
              <p:cNvGrpSpPr/>
              <p:nvPr/>
            </p:nvGrpSpPr>
            <p:grpSpPr>
              <a:xfrm>
                <a:off x="9948679" y="5045043"/>
                <a:ext cx="611552" cy="500338"/>
                <a:chOff x="7187942" y="2245942"/>
                <a:chExt cx="969906" cy="743372"/>
              </a:xfrm>
            </p:grpSpPr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00D72947-0CA3-229F-95B8-CF275A730B71}"/>
                    </a:ext>
                  </a:extLst>
                </p:cNvPr>
                <p:cNvSpPr/>
                <p:nvPr/>
              </p:nvSpPr>
              <p:spPr>
                <a:xfrm rot="6972535">
                  <a:off x="7193285" y="2793639"/>
                  <a:ext cx="167516" cy="17820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09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DF39835B-4F14-D470-C710-C15EDFF06921}"/>
                    </a:ext>
                  </a:extLst>
                </p:cNvPr>
                <p:cNvSpPr/>
                <p:nvPr/>
              </p:nvSpPr>
              <p:spPr>
                <a:xfrm rot="1632358">
                  <a:off x="7591458" y="2245942"/>
                  <a:ext cx="195723" cy="191407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09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659F02C1-AD68-C094-6990-09CE8A9748B8}"/>
                    </a:ext>
                  </a:extLst>
                </p:cNvPr>
                <p:cNvSpPr/>
                <p:nvPr/>
              </p:nvSpPr>
              <p:spPr>
                <a:xfrm rot="6972535">
                  <a:off x="7964475" y="2795941"/>
                  <a:ext cx="196183" cy="190563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09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34" name="Straight Arrow Connector 333">
                  <a:extLst>
                    <a:ext uri="{FF2B5EF4-FFF2-40B4-BE49-F238E27FC236}">
                      <a16:creationId xmlns:a16="http://schemas.microsoft.com/office/drawing/2014/main" id="{5DAECAFD-9449-5F43-D1F5-6156DE6F536B}"/>
                    </a:ext>
                  </a:extLst>
                </p:cNvPr>
                <p:cNvCxnSpPr>
                  <a:cxnSpLocks/>
                  <a:stCxn id="331" idx="0"/>
                  <a:endCxn id="333" idx="5"/>
                </p:cNvCxnSpPr>
                <p:nvPr/>
              </p:nvCxnSpPr>
              <p:spPr>
                <a:xfrm flipV="1">
                  <a:off x="7356983" y="2921985"/>
                  <a:ext cx="616169" cy="236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Straight Arrow Connector 334">
                  <a:extLst>
                    <a:ext uri="{FF2B5EF4-FFF2-40B4-BE49-F238E27FC236}">
                      <a16:creationId xmlns:a16="http://schemas.microsoft.com/office/drawing/2014/main" id="{8A406816-25AD-C4E9-62A6-C4481D8FF78A}"/>
                    </a:ext>
                  </a:extLst>
                </p:cNvPr>
                <p:cNvCxnSpPr>
                  <a:cxnSpLocks/>
                  <a:stCxn id="332" idx="3"/>
                  <a:endCxn id="331" idx="2"/>
                </p:cNvCxnSpPr>
                <p:nvPr/>
              </p:nvCxnSpPr>
              <p:spPr>
                <a:xfrm flipH="1">
                  <a:off x="7314034" y="2370194"/>
                  <a:ext cx="282803" cy="43739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459F78B3-5F2A-4143-38E8-4CF0869D5BD7}"/>
                  </a:ext>
                </a:extLst>
              </p:cNvPr>
              <p:cNvSpPr txBox="1"/>
              <p:nvPr/>
            </p:nvSpPr>
            <p:spPr>
              <a:xfrm>
                <a:off x="10073567" y="5151305"/>
                <a:ext cx="372327" cy="363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957" b="1" dirty="0">
                    <a:solidFill>
                      <a:srgbClr val="65095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202" name="Right Arrow 201">
              <a:extLst>
                <a:ext uri="{FF2B5EF4-FFF2-40B4-BE49-F238E27FC236}">
                  <a16:creationId xmlns:a16="http://schemas.microsoft.com/office/drawing/2014/main" id="{BAA8952E-CC3D-42FA-B189-A0CD929562EC}"/>
                </a:ext>
              </a:extLst>
            </p:cNvPr>
            <p:cNvSpPr/>
            <p:nvPr/>
          </p:nvSpPr>
          <p:spPr>
            <a:xfrm>
              <a:off x="7959381" y="1271550"/>
              <a:ext cx="198414" cy="45539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3D97810C-5E66-011E-BA6A-DCDE6884C4EF}"/>
                </a:ext>
              </a:extLst>
            </p:cNvPr>
            <p:cNvGrpSpPr/>
            <p:nvPr/>
          </p:nvGrpSpPr>
          <p:grpSpPr>
            <a:xfrm>
              <a:off x="2121721" y="2298774"/>
              <a:ext cx="2065593" cy="377236"/>
              <a:chOff x="3840568" y="4855559"/>
              <a:chExt cx="3021667" cy="551843"/>
            </a:xfrm>
          </p:grpSpPr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17177C7B-5C5B-0891-D44D-E763417AF186}"/>
                  </a:ext>
                </a:extLst>
              </p:cNvPr>
              <p:cNvGrpSpPr/>
              <p:nvPr/>
            </p:nvGrpSpPr>
            <p:grpSpPr>
              <a:xfrm>
                <a:off x="3842247" y="4855559"/>
                <a:ext cx="1753905" cy="292652"/>
                <a:chOff x="1407985" y="3637728"/>
                <a:chExt cx="1753905" cy="292652"/>
              </a:xfrm>
            </p:grpSpPr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AA913A1F-AA32-2D74-410B-473B494D5BA2}"/>
                    </a:ext>
                  </a:extLst>
                </p:cNvPr>
                <p:cNvSpPr/>
                <p:nvPr/>
              </p:nvSpPr>
              <p:spPr>
                <a:xfrm rot="18567754">
                  <a:off x="1408384" y="3734575"/>
                  <a:ext cx="129978" cy="130776"/>
                </a:xfrm>
                <a:prstGeom prst="ellipse">
                  <a:avLst/>
                </a:prstGeom>
                <a:solidFill>
                  <a:srgbClr val="C00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8" name="TextBox 327">
                  <a:extLst>
                    <a:ext uri="{FF2B5EF4-FFF2-40B4-BE49-F238E27FC236}">
                      <a16:creationId xmlns:a16="http://schemas.microsoft.com/office/drawing/2014/main" id="{D807D92C-FDC5-8317-DBA7-8F9378460EE7}"/>
                    </a:ext>
                  </a:extLst>
                </p:cNvPr>
                <p:cNvSpPr txBox="1"/>
                <p:nvPr/>
              </p:nvSpPr>
              <p:spPr>
                <a:xfrm>
                  <a:off x="1475430" y="3637728"/>
                  <a:ext cx="1686460" cy="2926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Casino</a:t>
                  </a:r>
                  <a:r>
                    <a:rPr lang="zh-CN" altLang="en-US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stakeholder</a:t>
                  </a:r>
                  <a:endParaRPr lang="en-CN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1531FE88-140B-0458-E657-BE2833D77EB7}"/>
                  </a:ext>
                </a:extLst>
              </p:cNvPr>
              <p:cNvGrpSpPr/>
              <p:nvPr/>
            </p:nvGrpSpPr>
            <p:grpSpPr>
              <a:xfrm>
                <a:off x="5148789" y="5114750"/>
                <a:ext cx="1250839" cy="292652"/>
                <a:chOff x="2468425" y="3670400"/>
                <a:chExt cx="1250839" cy="292652"/>
              </a:xfrm>
            </p:grpSpPr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060343DA-8E00-6A20-0CF4-EE88C4E1A1A5}"/>
                    </a:ext>
                  </a:extLst>
                </p:cNvPr>
                <p:cNvSpPr/>
                <p:nvPr/>
              </p:nvSpPr>
              <p:spPr>
                <a:xfrm rot="18567754">
                  <a:off x="2468823" y="3755669"/>
                  <a:ext cx="129979" cy="130776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A0AF5467-EBB5-733B-4010-80360DCE11AD}"/>
                    </a:ext>
                  </a:extLst>
                </p:cNvPr>
                <p:cNvSpPr txBox="1"/>
                <p:nvPr/>
              </p:nvSpPr>
              <p:spPr>
                <a:xfrm>
                  <a:off x="2541474" y="3670400"/>
                  <a:ext cx="1177790" cy="2926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N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Exchange</a:t>
                  </a:r>
                </a:p>
              </p:txBody>
            </p:sp>
          </p:grp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41FD59FF-AFD7-AE7F-0F9D-579BA3BBDBD5}"/>
                  </a:ext>
                </a:extLst>
              </p:cNvPr>
              <p:cNvGrpSpPr/>
              <p:nvPr/>
            </p:nvGrpSpPr>
            <p:grpSpPr>
              <a:xfrm>
                <a:off x="5143199" y="4866471"/>
                <a:ext cx="1719036" cy="292652"/>
                <a:chOff x="1763114" y="4112265"/>
                <a:chExt cx="1719036" cy="292652"/>
              </a:xfrm>
            </p:grpSpPr>
            <p:sp>
              <p:nvSpPr>
                <p:cNvPr id="323" name="Oval 322">
                  <a:extLst>
                    <a:ext uri="{FF2B5EF4-FFF2-40B4-BE49-F238E27FC236}">
                      <a16:creationId xmlns:a16="http://schemas.microsoft.com/office/drawing/2014/main" id="{9517DD83-B153-70CF-9F35-9D1C96F14F36}"/>
                    </a:ext>
                  </a:extLst>
                </p:cNvPr>
                <p:cNvSpPr/>
                <p:nvPr/>
              </p:nvSpPr>
              <p:spPr>
                <a:xfrm rot="18567754">
                  <a:off x="1763512" y="4202955"/>
                  <a:ext cx="129979" cy="130776"/>
                </a:xfrm>
                <a:prstGeom prst="ellipse">
                  <a:avLst/>
                </a:prstGeom>
                <a:solidFill>
                  <a:srgbClr val="7030A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4" name="TextBox 323">
                  <a:extLst>
                    <a:ext uri="{FF2B5EF4-FFF2-40B4-BE49-F238E27FC236}">
                      <a16:creationId xmlns:a16="http://schemas.microsoft.com/office/drawing/2014/main" id="{CDA121F2-06E4-1C77-7811-1852FCD24669}"/>
                    </a:ext>
                  </a:extLst>
                </p:cNvPr>
                <p:cNvSpPr txBox="1"/>
                <p:nvPr/>
              </p:nvSpPr>
              <p:spPr>
                <a:xfrm>
                  <a:off x="1838006" y="4112265"/>
                  <a:ext cx="1644144" cy="2926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N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Betting</a:t>
                  </a:r>
                  <a:r>
                    <a:rPr lang="zh-CN" altLang="en-US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address</a:t>
                  </a:r>
                  <a:endParaRPr lang="en-CN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20B31E3A-286D-B084-2209-FD1628DCE529}"/>
                  </a:ext>
                </a:extLst>
              </p:cNvPr>
              <p:cNvSpPr/>
              <p:nvPr/>
            </p:nvSpPr>
            <p:spPr>
              <a:xfrm rot="18567754">
                <a:off x="3840967" y="5200970"/>
                <a:ext cx="129978" cy="13077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7F918297-8F35-4C6D-2E4F-7A62E9F7040A}"/>
                  </a:ext>
                </a:extLst>
              </p:cNvPr>
              <p:cNvSpPr txBox="1"/>
              <p:nvPr/>
            </p:nvSpPr>
            <p:spPr>
              <a:xfrm>
                <a:off x="3908565" y="5097511"/>
                <a:ext cx="1205217" cy="292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Unknown</a:t>
                </a:r>
                <a:r>
                  <a:rPr lang="zh-CN" altLang="en-US" sz="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address</a:t>
                </a:r>
                <a:endParaRPr lang="en-CN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25C77AF-056C-14A9-D4B4-EA4DB5053D42}"/>
                  </a:ext>
                </a:extLst>
              </p:cNvPr>
              <p:cNvSpPr txBox="1"/>
              <p:nvPr/>
            </p:nvSpPr>
            <p:spPr>
              <a:xfrm>
                <a:off x="5814031" y="5040380"/>
                <a:ext cx="457737" cy="3601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en-CN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176F648D-1482-78E5-99CC-387B28F38901}"/>
                </a:ext>
              </a:extLst>
            </p:cNvPr>
            <p:cNvSpPr/>
            <p:nvPr/>
          </p:nvSpPr>
          <p:spPr>
            <a:xfrm rot="18567754">
              <a:off x="8311966" y="2343470"/>
              <a:ext cx="48012" cy="458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25077A6D-516E-FF54-876B-129650E39E59}"/>
                </a:ext>
              </a:extLst>
            </p:cNvPr>
            <p:cNvSpPr txBox="1"/>
            <p:nvPr/>
          </p:nvSpPr>
          <p:spPr>
            <a:xfrm>
              <a:off x="8355299" y="2260449"/>
              <a:ext cx="904415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Funding</a:t>
              </a:r>
              <a:r>
                <a:rPr lang="zh-CN" altLang="en-US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Sponsors</a:t>
              </a:r>
              <a:r>
                <a:rPr lang="zh-CN" altLang="en-US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CN" sz="7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3A91AC80-CCD7-1490-F6DA-4332AD85379E}"/>
                </a:ext>
              </a:extLst>
            </p:cNvPr>
            <p:cNvSpPr/>
            <p:nvPr/>
          </p:nvSpPr>
          <p:spPr>
            <a:xfrm rot="18567754">
              <a:off x="8313492" y="1967364"/>
              <a:ext cx="48012" cy="4587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B556A7CA-426F-E86F-F1C0-7660383CD41A}"/>
                </a:ext>
              </a:extLst>
            </p:cNvPr>
            <p:cNvSpPr txBox="1"/>
            <p:nvPr/>
          </p:nvSpPr>
          <p:spPr>
            <a:xfrm>
              <a:off x="8357937" y="1883705"/>
              <a:ext cx="755335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Listing Agents</a:t>
              </a:r>
              <a:endParaRPr lang="en-CN" sz="7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1E051AD1-FF95-6D88-0C8C-8E2AD7976E5B}"/>
                </a:ext>
              </a:extLst>
            </p:cNvPr>
            <p:cNvSpPr/>
            <p:nvPr/>
          </p:nvSpPr>
          <p:spPr>
            <a:xfrm rot="18567754">
              <a:off x="8311696" y="2094246"/>
              <a:ext cx="48012" cy="4587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08F84929-8ED1-4B16-617C-FA27A65E1438}"/>
                </a:ext>
              </a:extLst>
            </p:cNvPr>
            <p:cNvSpPr txBox="1"/>
            <p:nvPr/>
          </p:nvSpPr>
          <p:spPr>
            <a:xfrm>
              <a:off x="8357834" y="2006024"/>
              <a:ext cx="925768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Airdrop Promotors</a:t>
              </a:r>
              <a:endParaRPr lang="en-CN" sz="7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44F29F61-A8D6-5591-A418-D2DA03A64A43}"/>
                </a:ext>
              </a:extLst>
            </p:cNvPr>
            <p:cNvSpPr/>
            <p:nvPr/>
          </p:nvSpPr>
          <p:spPr>
            <a:xfrm rot="18567754">
              <a:off x="8309794" y="2220137"/>
              <a:ext cx="48012" cy="45872"/>
            </a:xfrm>
            <a:prstGeom prst="ellipse">
              <a:avLst/>
            </a:prstGeom>
            <a:solidFill>
              <a:srgbClr val="00206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4FD93C28-900C-3117-490F-72A3CC0187A4}"/>
                </a:ext>
              </a:extLst>
            </p:cNvPr>
            <p:cNvSpPr txBox="1"/>
            <p:nvPr/>
          </p:nvSpPr>
          <p:spPr>
            <a:xfrm>
              <a:off x="8351140" y="2136700"/>
              <a:ext cx="968535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Disguised Gamblers</a:t>
              </a:r>
              <a:endParaRPr lang="en-CN" sz="7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3E844581-ACD1-28F2-C18F-6E988DABBAEE}"/>
                </a:ext>
              </a:extLst>
            </p:cNvPr>
            <p:cNvSpPr/>
            <p:nvPr/>
          </p:nvSpPr>
          <p:spPr>
            <a:xfrm rot="18567754">
              <a:off x="8314070" y="2577575"/>
              <a:ext cx="48012" cy="45872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6DB80C85-AA8E-F4B5-B393-8A08541A01EC}"/>
                </a:ext>
              </a:extLst>
            </p:cNvPr>
            <p:cNvSpPr txBox="1"/>
            <p:nvPr/>
          </p:nvSpPr>
          <p:spPr>
            <a:xfrm>
              <a:off x="8358032" y="2492376"/>
              <a:ext cx="7262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Arbitrageurs</a:t>
              </a:r>
              <a:endParaRPr lang="en-CN" sz="7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5DD05AF9-A301-FBB3-25FD-F2A245FE1072}"/>
                </a:ext>
              </a:extLst>
            </p:cNvPr>
            <p:cNvSpPr/>
            <p:nvPr/>
          </p:nvSpPr>
          <p:spPr>
            <a:xfrm rot="18567754">
              <a:off x="8312948" y="2460578"/>
              <a:ext cx="48012" cy="458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7A7420B8-EEFC-E1DE-54DA-6D1F750644FB}"/>
                </a:ext>
              </a:extLst>
            </p:cNvPr>
            <p:cNvSpPr txBox="1"/>
            <p:nvPr/>
          </p:nvSpPr>
          <p:spPr>
            <a:xfrm>
              <a:off x="8357834" y="2378546"/>
              <a:ext cx="74090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Real</a:t>
              </a:r>
              <a:r>
                <a:rPr lang="zh-CN" altLang="en-US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7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gamblers</a:t>
              </a:r>
              <a:endParaRPr lang="en-CN" sz="7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5" name="Rounded Rectangle 204">
                  <a:extLst>
                    <a:ext uri="{FF2B5EF4-FFF2-40B4-BE49-F238E27FC236}">
                      <a16:creationId xmlns:a16="http://schemas.microsoft.com/office/drawing/2014/main" id="{8492824A-E51D-E6D5-25EC-B50BFE813D09}"/>
                    </a:ext>
                  </a:extLst>
                </p:cNvPr>
                <p:cNvSpPr/>
                <p:nvPr/>
              </p:nvSpPr>
              <p:spPr>
                <a:xfrm rot="16200000">
                  <a:off x="6777331" y="1532423"/>
                  <a:ext cx="335558" cy="1763077"/>
                </a:xfrm>
                <a:prstGeom prst="roundRect">
                  <a:avLst/>
                </a:prstGeom>
                <a:solidFill>
                  <a:schemeClr val="tx2">
                    <a:lumMod val="20000"/>
                    <a:lumOff val="80000"/>
                    <a:alpha val="56773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" rtlCol="0" anchor="ctr"/>
                <a:lstStyle/>
                <a:p>
                  <a:pPr algn="ctr"/>
                  <a:r>
                    <a:rPr lang="en-CN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Joint</a:t>
                  </a:r>
                  <a:r>
                    <a:rPr lang="zh-CN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learning</a:t>
                  </a:r>
                  <a:endParaRPr lang="en-CN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  <m:r>
                          <a:rPr lang="en-US" altLang="zh-CN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EGAT</m:t>
                            </m:r>
                          </m:sub>
                        </m:sSub>
                        <m:r>
                          <a:rPr lang="en-US" altLang="zh-CN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EGAT</m:t>
                            </m:r>
                          </m:sub>
                        </m:sSub>
                        <m:r>
                          <a:rPr lang="en-US" altLang="zh-CN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N" sz="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SSL</m:t>
                            </m:r>
                          </m:sub>
                        </m:sSub>
                      </m:oMath>
                    </m:oMathPara>
                  </a14:m>
                  <a:endParaRPr lang="en-CN" sz="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05" name="Rounded Rectangle 204">
                  <a:extLst>
                    <a:ext uri="{FF2B5EF4-FFF2-40B4-BE49-F238E27FC236}">
                      <a16:creationId xmlns:a16="http://schemas.microsoft.com/office/drawing/2014/main" id="{8492824A-E51D-E6D5-25EC-B50BFE813D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777331" y="1532423"/>
                  <a:ext cx="335558" cy="1763077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CD50D6BB-C367-D4F2-2F1B-11F2AC9DDB82}"/>
                </a:ext>
              </a:extLst>
            </p:cNvPr>
            <p:cNvSpPr txBox="1"/>
            <p:nvPr/>
          </p:nvSpPr>
          <p:spPr>
            <a:xfrm>
              <a:off x="5804185" y="714688"/>
              <a:ext cx="2321387" cy="239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Self-supervised Learning Module</a:t>
              </a:r>
            </a:p>
          </p:txBody>
        </p:sp>
        <p:sp>
          <p:nvSpPr>
            <p:cNvPr id="208" name="Rounded Rectangle 207">
              <a:extLst>
                <a:ext uri="{FF2B5EF4-FFF2-40B4-BE49-F238E27FC236}">
                  <a16:creationId xmlns:a16="http://schemas.microsoft.com/office/drawing/2014/main" id="{6C3FF50A-2797-A764-5708-5D71C6B3D094}"/>
                </a:ext>
              </a:extLst>
            </p:cNvPr>
            <p:cNvSpPr/>
            <p:nvPr/>
          </p:nvSpPr>
          <p:spPr>
            <a:xfrm>
              <a:off x="8112135" y="35295"/>
              <a:ext cx="1291084" cy="2737449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46B18E1A-6513-6B60-8824-4E18B4DB37D8}"/>
                </a:ext>
              </a:extLst>
            </p:cNvPr>
            <p:cNvSpPr txBox="1"/>
            <p:nvPr/>
          </p:nvSpPr>
          <p:spPr>
            <a:xfrm>
              <a:off x="3719821" y="718142"/>
              <a:ext cx="2321387" cy="239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Node Embedding Module</a:t>
              </a:r>
            </a:p>
          </p:txBody>
        </p:sp>
        <p:sp>
          <p:nvSpPr>
            <p:cNvPr id="210" name="Rounded Rectangle 209">
              <a:extLst>
                <a:ext uri="{FF2B5EF4-FFF2-40B4-BE49-F238E27FC236}">
                  <a16:creationId xmlns:a16="http://schemas.microsoft.com/office/drawing/2014/main" id="{3131CAB1-3E43-A4CF-690A-FAAA430C5AD1}"/>
                </a:ext>
              </a:extLst>
            </p:cNvPr>
            <p:cNvSpPr/>
            <p:nvPr/>
          </p:nvSpPr>
          <p:spPr>
            <a:xfrm>
              <a:off x="6061570" y="1145231"/>
              <a:ext cx="188458" cy="67162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CN" sz="71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HDBSCAN</a:t>
              </a:r>
            </a:p>
          </p:txBody>
        </p:sp>
        <p:cxnSp>
          <p:nvCxnSpPr>
            <p:cNvPr id="211" name="Elbow Connector 210">
              <a:extLst>
                <a:ext uri="{FF2B5EF4-FFF2-40B4-BE49-F238E27FC236}">
                  <a16:creationId xmlns:a16="http://schemas.microsoft.com/office/drawing/2014/main" id="{8394AFBA-5841-702A-D834-3FE64A401AF9}"/>
                </a:ext>
              </a:extLst>
            </p:cNvPr>
            <p:cNvCxnSpPr>
              <a:cxnSpLocks/>
              <a:stCxn id="205" idx="0"/>
              <a:endCxn id="161" idx="2"/>
            </p:cNvCxnSpPr>
            <p:nvPr/>
          </p:nvCxnSpPr>
          <p:spPr>
            <a:xfrm rot="10800000">
              <a:off x="5672839" y="2204541"/>
              <a:ext cx="390739" cy="209416"/>
            </a:xfrm>
            <a:prstGeom prst="bentConnector2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2C79C027-3060-C782-0132-BAC01183DC69}"/>
                </a:ext>
              </a:extLst>
            </p:cNvPr>
            <p:cNvCxnSpPr>
              <a:cxnSpLocks/>
              <a:endCxn id="205" idx="3"/>
            </p:cNvCxnSpPr>
            <p:nvPr/>
          </p:nvCxnSpPr>
          <p:spPr>
            <a:xfrm>
              <a:off x="6945110" y="2046113"/>
              <a:ext cx="0" cy="200069"/>
            </a:xfrm>
            <a:prstGeom prst="straightConnector1">
              <a:avLst/>
            </a:prstGeom>
            <a:ln w="50800">
              <a:solidFill>
                <a:schemeClr val="tx2">
                  <a:lumMod val="40000"/>
                  <a:lumOff val="60000"/>
                </a:schemeClr>
              </a:solidFill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5E814E7A-018D-2719-D81D-14C67C305360}"/>
                </a:ext>
              </a:extLst>
            </p:cNvPr>
            <p:cNvCxnSpPr>
              <a:cxnSpLocks/>
            </p:cNvCxnSpPr>
            <p:nvPr/>
          </p:nvCxnSpPr>
          <p:spPr>
            <a:xfrm>
              <a:off x="6254209" y="1454549"/>
              <a:ext cx="187775" cy="0"/>
            </a:xfrm>
            <a:prstGeom prst="straightConnector1">
              <a:avLst/>
            </a:prstGeom>
            <a:ln w="50800">
              <a:solidFill>
                <a:schemeClr val="tx2">
                  <a:lumMod val="40000"/>
                  <a:lumOff val="60000"/>
                </a:schemeClr>
              </a:solidFill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lbow Connector 213">
              <a:extLst>
                <a:ext uri="{FF2B5EF4-FFF2-40B4-BE49-F238E27FC236}">
                  <a16:creationId xmlns:a16="http://schemas.microsoft.com/office/drawing/2014/main" id="{ED743A43-6A0A-697E-A21F-328E071E41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0167" y="1444309"/>
              <a:ext cx="391802" cy="47140"/>
            </a:xfrm>
            <a:prstGeom prst="bentConnector3">
              <a:avLst>
                <a:gd name="adj1" fmla="val 5748"/>
              </a:avLst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5D64DEB5-88A7-90A7-BE3F-4E3839D64F71}"/>
                </a:ext>
              </a:extLst>
            </p:cNvPr>
            <p:cNvSpPr txBox="1"/>
            <p:nvPr/>
          </p:nvSpPr>
          <p:spPr>
            <a:xfrm>
              <a:off x="8183878" y="408047"/>
              <a:ext cx="1143376" cy="23961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57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Network</a:t>
              </a:r>
              <a:r>
                <a:rPr lang="zh-CN" altLang="en-US" sz="957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957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Motif</a:t>
              </a:r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F5740D8B-2706-F092-A92D-F214874D87B5}"/>
                </a:ext>
              </a:extLst>
            </p:cNvPr>
            <p:cNvGrpSpPr/>
            <p:nvPr/>
          </p:nvGrpSpPr>
          <p:grpSpPr>
            <a:xfrm>
              <a:off x="8763760" y="731887"/>
              <a:ext cx="424901" cy="338499"/>
              <a:chOff x="10249228" y="4285298"/>
              <a:chExt cx="653991" cy="540170"/>
            </a:xfrm>
          </p:grpSpPr>
          <p:sp>
            <p:nvSpPr>
              <p:cNvPr id="298" name="Oval 297">
                <a:extLst>
                  <a:ext uri="{FF2B5EF4-FFF2-40B4-BE49-F238E27FC236}">
                    <a16:creationId xmlns:a16="http://schemas.microsoft.com/office/drawing/2014/main" id="{11A5634F-5A0F-4142-638A-FD2336C2C275}"/>
                  </a:ext>
                </a:extLst>
              </p:cNvPr>
              <p:cNvSpPr/>
              <p:nvPr/>
            </p:nvSpPr>
            <p:spPr>
              <a:xfrm rot="7431500">
                <a:off x="10261220" y="4701998"/>
                <a:ext cx="112749" cy="112361"/>
              </a:xfrm>
              <a:prstGeom prst="ellipse">
                <a:avLst/>
              </a:prstGeom>
              <a:solidFill>
                <a:srgbClr val="FFF3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4A5F8423-7FDD-0DBA-9CBD-31D73F42A7C8}"/>
                  </a:ext>
                </a:extLst>
              </p:cNvPr>
              <p:cNvSpPr/>
              <p:nvPr/>
            </p:nvSpPr>
            <p:spPr>
              <a:xfrm rot="2684443">
                <a:off x="10249228" y="4285298"/>
                <a:ext cx="123409" cy="128829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8AB03779-752A-E83F-8F0D-355DECE00F5C}"/>
                  </a:ext>
                </a:extLst>
              </p:cNvPr>
              <p:cNvSpPr/>
              <p:nvPr/>
            </p:nvSpPr>
            <p:spPr>
              <a:xfrm rot="6103141">
                <a:off x="10775494" y="4699368"/>
                <a:ext cx="132044" cy="12015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01" name="Straight Arrow Connector 300">
                <a:extLst>
                  <a:ext uri="{FF2B5EF4-FFF2-40B4-BE49-F238E27FC236}">
                    <a16:creationId xmlns:a16="http://schemas.microsoft.com/office/drawing/2014/main" id="{7F3C5148-08BD-33A5-3628-1B362EFDEC39}"/>
                  </a:ext>
                </a:extLst>
              </p:cNvPr>
              <p:cNvCxnSpPr>
                <a:cxnSpLocks/>
                <a:stCxn id="299" idx="5"/>
                <a:endCxn id="298" idx="3"/>
              </p:cNvCxnSpPr>
              <p:nvPr/>
            </p:nvCxnSpPr>
            <p:spPr>
              <a:xfrm flipH="1">
                <a:off x="10306815" y="4412777"/>
                <a:ext cx="3048" cy="2901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Arrow Connector 301">
                <a:extLst>
                  <a:ext uri="{FF2B5EF4-FFF2-40B4-BE49-F238E27FC236}">
                    <a16:creationId xmlns:a16="http://schemas.microsoft.com/office/drawing/2014/main" id="{A17EC066-8818-8BE7-2B78-CDFC64FB21B0}"/>
                  </a:ext>
                </a:extLst>
              </p:cNvPr>
              <p:cNvCxnSpPr>
                <a:cxnSpLocks/>
                <a:stCxn id="299" idx="7"/>
                <a:endCxn id="303" idx="3"/>
              </p:cNvCxnSpPr>
              <p:nvPr/>
            </p:nvCxnSpPr>
            <p:spPr>
              <a:xfrm>
                <a:off x="10373985" y="4348072"/>
                <a:ext cx="404477" cy="688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5FC47FDD-395C-5384-22BB-26566C00CD0C}"/>
                  </a:ext>
                </a:extLst>
              </p:cNvPr>
              <p:cNvSpPr/>
              <p:nvPr/>
            </p:nvSpPr>
            <p:spPr>
              <a:xfrm rot="2684443">
                <a:off x="10779810" y="4288902"/>
                <a:ext cx="123409" cy="128829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04" name="Straight Arrow Connector 303">
                <a:extLst>
                  <a:ext uri="{FF2B5EF4-FFF2-40B4-BE49-F238E27FC236}">
                    <a16:creationId xmlns:a16="http://schemas.microsoft.com/office/drawing/2014/main" id="{6E59CD67-B914-4D89-D3EF-4839E8DA0A96}"/>
                  </a:ext>
                </a:extLst>
              </p:cNvPr>
              <p:cNvCxnSpPr>
                <a:cxnSpLocks/>
                <a:stCxn id="299" idx="6"/>
                <a:endCxn id="300" idx="3"/>
              </p:cNvCxnSpPr>
              <p:nvPr/>
            </p:nvCxnSpPr>
            <p:spPr>
              <a:xfrm>
                <a:off x="10354761" y="4393147"/>
                <a:ext cx="454641" cy="31195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4307C0EB-1221-2532-FDEA-137134A2007E}"/>
                </a:ext>
              </a:extLst>
            </p:cNvPr>
            <p:cNvGrpSpPr/>
            <p:nvPr/>
          </p:nvGrpSpPr>
          <p:grpSpPr>
            <a:xfrm>
              <a:off x="8776988" y="1132155"/>
              <a:ext cx="424901" cy="338499"/>
              <a:chOff x="10249228" y="4285298"/>
              <a:chExt cx="653991" cy="540170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457AB8D9-1F61-84C9-5CF3-EE06A6E57A5C}"/>
                  </a:ext>
                </a:extLst>
              </p:cNvPr>
              <p:cNvSpPr/>
              <p:nvPr/>
            </p:nvSpPr>
            <p:spPr>
              <a:xfrm rot="7431500">
                <a:off x="10261220" y="4701998"/>
                <a:ext cx="112749" cy="112361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3" name="Oval 292">
                <a:extLst>
                  <a:ext uri="{FF2B5EF4-FFF2-40B4-BE49-F238E27FC236}">
                    <a16:creationId xmlns:a16="http://schemas.microsoft.com/office/drawing/2014/main" id="{BC365755-12A2-683F-C08B-45BC326A9E00}"/>
                  </a:ext>
                </a:extLst>
              </p:cNvPr>
              <p:cNvSpPr/>
              <p:nvPr/>
            </p:nvSpPr>
            <p:spPr>
              <a:xfrm rot="2684443">
                <a:off x="10249228" y="4285298"/>
                <a:ext cx="123409" cy="128829"/>
              </a:xfrm>
              <a:prstGeom prst="ellipse">
                <a:avLst/>
              </a:prstGeom>
              <a:solidFill>
                <a:srgbClr val="C5E1B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4F81A666-09B6-4D30-F69D-479EA839B4D2}"/>
                  </a:ext>
                </a:extLst>
              </p:cNvPr>
              <p:cNvSpPr/>
              <p:nvPr/>
            </p:nvSpPr>
            <p:spPr>
              <a:xfrm rot="6103141">
                <a:off x="10765367" y="4699368"/>
                <a:ext cx="132044" cy="120155"/>
              </a:xfrm>
              <a:prstGeom prst="ellipse">
                <a:avLst/>
              </a:prstGeom>
              <a:solidFill>
                <a:srgbClr val="C5E1B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5" name="Straight Arrow Connector 294">
                <a:extLst>
                  <a:ext uri="{FF2B5EF4-FFF2-40B4-BE49-F238E27FC236}">
                    <a16:creationId xmlns:a16="http://schemas.microsoft.com/office/drawing/2014/main" id="{04214EA2-6A05-00B0-842D-5B099AA056A0}"/>
                  </a:ext>
                </a:extLst>
              </p:cNvPr>
              <p:cNvCxnSpPr>
                <a:cxnSpLocks/>
                <a:stCxn id="293" idx="5"/>
                <a:endCxn id="292" idx="3"/>
              </p:cNvCxnSpPr>
              <p:nvPr/>
            </p:nvCxnSpPr>
            <p:spPr>
              <a:xfrm flipH="1">
                <a:off x="10306815" y="4412777"/>
                <a:ext cx="3048" cy="2901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Arrow Connector 295">
                <a:extLst>
                  <a:ext uri="{FF2B5EF4-FFF2-40B4-BE49-F238E27FC236}">
                    <a16:creationId xmlns:a16="http://schemas.microsoft.com/office/drawing/2014/main" id="{8422FDBD-F8E0-A598-8A44-D1E2B570FAA6}"/>
                  </a:ext>
                </a:extLst>
              </p:cNvPr>
              <p:cNvCxnSpPr>
                <a:cxnSpLocks/>
                <a:stCxn id="293" idx="7"/>
                <a:endCxn id="297" idx="3"/>
              </p:cNvCxnSpPr>
              <p:nvPr/>
            </p:nvCxnSpPr>
            <p:spPr>
              <a:xfrm>
                <a:off x="10373985" y="4348072"/>
                <a:ext cx="404477" cy="688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5905E9B0-A235-0EDA-6018-2BBCA1ED38CC}"/>
                  </a:ext>
                </a:extLst>
              </p:cNvPr>
              <p:cNvSpPr/>
              <p:nvPr/>
            </p:nvSpPr>
            <p:spPr>
              <a:xfrm rot="2684443">
                <a:off x="10779810" y="4288902"/>
                <a:ext cx="123409" cy="128829"/>
              </a:xfrm>
              <a:prstGeom prst="ellipse">
                <a:avLst/>
              </a:prstGeom>
              <a:solidFill>
                <a:srgbClr val="65095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91ADC8A7-EB19-62D5-601D-19C6E354D04E}"/>
                </a:ext>
              </a:extLst>
            </p:cNvPr>
            <p:cNvCxnSpPr>
              <a:cxnSpLocks/>
              <a:stCxn id="294" idx="4"/>
              <a:endCxn id="292" idx="1"/>
            </p:cNvCxnSpPr>
            <p:nvPr/>
          </p:nvCxnSpPr>
          <p:spPr>
            <a:xfrm flipH="1">
              <a:off x="8856757" y="1421347"/>
              <a:ext cx="260245" cy="77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6EF73910-6893-0BC4-2565-346700554F05}"/>
                </a:ext>
              </a:extLst>
            </p:cNvPr>
            <p:cNvCxnSpPr>
              <a:cxnSpLocks/>
              <a:stCxn id="297" idx="5"/>
              <a:endCxn id="294" idx="2"/>
            </p:cNvCxnSpPr>
            <p:nvPr/>
          </p:nvCxnSpPr>
          <p:spPr>
            <a:xfrm>
              <a:off x="9161839" y="1215007"/>
              <a:ext cx="1780" cy="17376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4230BAC6-B69B-F378-DADC-CFC9692E1619}"/>
                </a:ext>
              </a:extLst>
            </p:cNvPr>
            <p:cNvGrpSpPr/>
            <p:nvPr/>
          </p:nvGrpSpPr>
          <p:grpSpPr>
            <a:xfrm>
              <a:off x="8787847" y="1520258"/>
              <a:ext cx="424901" cy="338499"/>
              <a:chOff x="10249228" y="4285298"/>
              <a:chExt cx="653991" cy="540170"/>
            </a:xfrm>
          </p:grpSpPr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3B8C0421-D367-0045-DB9D-023F39BF50C5}"/>
                  </a:ext>
                </a:extLst>
              </p:cNvPr>
              <p:cNvSpPr/>
              <p:nvPr/>
            </p:nvSpPr>
            <p:spPr>
              <a:xfrm rot="7431500">
                <a:off x="10261220" y="4701998"/>
                <a:ext cx="112749" cy="112361"/>
              </a:xfrm>
              <a:prstGeom prst="ellipse">
                <a:avLst/>
              </a:prstGeom>
              <a:solidFill>
                <a:srgbClr val="C5E1B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088559E0-DFA9-A356-5331-CBB8AAE7E99B}"/>
                  </a:ext>
                </a:extLst>
              </p:cNvPr>
              <p:cNvSpPr/>
              <p:nvPr/>
            </p:nvSpPr>
            <p:spPr>
              <a:xfrm rot="2684443">
                <a:off x="10249228" y="4285298"/>
                <a:ext cx="123409" cy="128829"/>
              </a:xfrm>
              <a:prstGeom prst="ellipse">
                <a:avLst/>
              </a:prstGeom>
              <a:solidFill>
                <a:srgbClr val="65095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74AB1D90-9E47-3D84-EEE2-9289C24BAB7E}"/>
                  </a:ext>
                </a:extLst>
              </p:cNvPr>
              <p:cNvSpPr/>
              <p:nvPr/>
            </p:nvSpPr>
            <p:spPr>
              <a:xfrm rot="6103141">
                <a:off x="10765367" y="4699368"/>
                <a:ext cx="132044" cy="120155"/>
              </a:xfrm>
              <a:prstGeom prst="ellipse">
                <a:avLst/>
              </a:prstGeom>
              <a:solidFill>
                <a:srgbClr val="F4B1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C025483D-A5D7-AFA9-90BC-CDE7AD21C8E4}"/>
                  </a:ext>
                </a:extLst>
              </p:cNvPr>
              <p:cNvCxnSpPr>
                <a:cxnSpLocks/>
                <a:stCxn id="286" idx="5"/>
                <a:endCxn id="285" idx="3"/>
              </p:cNvCxnSpPr>
              <p:nvPr/>
            </p:nvCxnSpPr>
            <p:spPr>
              <a:xfrm flipH="1">
                <a:off x="10306815" y="4412777"/>
                <a:ext cx="3048" cy="2901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Arrow Connector 288">
                <a:extLst>
                  <a:ext uri="{FF2B5EF4-FFF2-40B4-BE49-F238E27FC236}">
                    <a16:creationId xmlns:a16="http://schemas.microsoft.com/office/drawing/2014/main" id="{DE5E07A1-0085-EEBF-7445-90E3809AB846}"/>
                  </a:ext>
                </a:extLst>
              </p:cNvPr>
              <p:cNvCxnSpPr>
                <a:cxnSpLocks/>
                <a:stCxn id="286" idx="7"/>
                <a:endCxn id="290" idx="3"/>
              </p:cNvCxnSpPr>
              <p:nvPr/>
            </p:nvCxnSpPr>
            <p:spPr>
              <a:xfrm>
                <a:off x="10373985" y="4348072"/>
                <a:ext cx="404477" cy="688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70F12B3-5E77-1FA6-A800-B24D63909EF9}"/>
                  </a:ext>
                </a:extLst>
              </p:cNvPr>
              <p:cNvSpPr/>
              <p:nvPr/>
            </p:nvSpPr>
            <p:spPr>
              <a:xfrm rot="2684443">
                <a:off x="10779810" y="4288902"/>
                <a:ext cx="123409" cy="128829"/>
              </a:xfrm>
              <a:prstGeom prst="ellipse">
                <a:avLst/>
              </a:prstGeom>
              <a:solidFill>
                <a:srgbClr val="FFF3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9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1" name="Straight Arrow Connector 290">
                <a:extLst>
                  <a:ext uri="{FF2B5EF4-FFF2-40B4-BE49-F238E27FC236}">
                    <a16:creationId xmlns:a16="http://schemas.microsoft.com/office/drawing/2014/main" id="{8F440FF5-53F9-74E9-5417-A713158BCBE1}"/>
                  </a:ext>
                </a:extLst>
              </p:cNvPr>
              <p:cNvCxnSpPr>
                <a:cxnSpLocks/>
                <a:stCxn id="286" idx="6"/>
                <a:endCxn id="287" idx="3"/>
              </p:cNvCxnSpPr>
              <p:nvPr/>
            </p:nvCxnSpPr>
            <p:spPr>
              <a:xfrm>
                <a:off x="10354761" y="4394745"/>
                <a:ext cx="444178" cy="310044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stealt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98773729-57FB-5018-0C36-AAC543BF75CB}"/>
                </a:ext>
              </a:extLst>
            </p:cNvPr>
            <p:cNvCxnSpPr>
              <a:cxnSpLocks/>
              <a:stCxn id="287" idx="2"/>
              <a:endCxn id="290" idx="5"/>
            </p:cNvCxnSpPr>
            <p:nvPr/>
          </p:nvCxnSpPr>
          <p:spPr>
            <a:xfrm flipH="1" flipV="1">
              <a:off x="9172698" y="1603110"/>
              <a:ext cx="1780" cy="173763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9" name="Group 448">
              <a:extLst>
                <a:ext uri="{FF2B5EF4-FFF2-40B4-BE49-F238E27FC236}">
                  <a16:creationId xmlns:a16="http://schemas.microsoft.com/office/drawing/2014/main" id="{37EA574F-1F2A-5C9C-DA12-633700A83389}"/>
                </a:ext>
              </a:extLst>
            </p:cNvPr>
            <p:cNvGrpSpPr/>
            <p:nvPr/>
          </p:nvGrpSpPr>
          <p:grpSpPr>
            <a:xfrm>
              <a:off x="2118106" y="940811"/>
              <a:ext cx="1573296" cy="1336525"/>
              <a:chOff x="2197607" y="954035"/>
              <a:chExt cx="1573296" cy="1336525"/>
            </a:xfrm>
          </p:grpSpPr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E08ECDB3-8304-931A-5A6B-B6E7EE243241}"/>
                  </a:ext>
                </a:extLst>
              </p:cNvPr>
              <p:cNvSpPr/>
              <p:nvPr/>
            </p:nvSpPr>
            <p:spPr>
              <a:xfrm rot="16200000">
                <a:off x="2817550" y="1784742"/>
                <a:ext cx="91683" cy="8779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2E50566E-07A6-ACF9-0F3B-B8DB17AA15DD}"/>
                  </a:ext>
                </a:extLst>
              </p:cNvPr>
              <p:cNvSpPr/>
              <p:nvPr/>
            </p:nvSpPr>
            <p:spPr>
              <a:xfrm rot="16200000">
                <a:off x="2773354" y="1488087"/>
                <a:ext cx="91683" cy="87799"/>
              </a:xfrm>
              <a:prstGeom prst="ellipse">
                <a:avLst/>
              </a:prstGeom>
              <a:solidFill>
                <a:srgbClr val="65095F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752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CA2D8BA8-306E-825A-270D-BD08CDA0A612}"/>
                  </a:ext>
                </a:extLst>
              </p:cNvPr>
              <p:cNvSpPr/>
              <p:nvPr/>
            </p:nvSpPr>
            <p:spPr>
              <a:xfrm rot="16200000">
                <a:off x="2886691" y="1208312"/>
                <a:ext cx="91683" cy="8779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28" name="Straight Arrow Connector 227">
                <a:extLst>
                  <a:ext uri="{FF2B5EF4-FFF2-40B4-BE49-F238E27FC236}">
                    <a16:creationId xmlns:a16="http://schemas.microsoft.com/office/drawing/2014/main" id="{6ADAD347-92C4-B6A5-3B5A-79E7B744D75E}"/>
                  </a:ext>
                </a:extLst>
              </p:cNvPr>
              <p:cNvCxnSpPr>
                <a:cxnSpLocks/>
                <a:stCxn id="259" idx="5"/>
                <a:endCxn id="226" idx="0"/>
              </p:cNvCxnSpPr>
              <p:nvPr/>
            </p:nvCxnSpPr>
            <p:spPr>
              <a:xfrm flipV="1">
                <a:off x="2566992" y="1531987"/>
                <a:ext cx="208304" cy="101778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Arrow Connector 228">
                <a:extLst>
                  <a:ext uri="{FF2B5EF4-FFF2-40B4-BE49-F238E27FC236}">
                    <a16:creationId xmlns:a16="http://schemas.microsoft.com/office/drawing/2014/main" id="{2F47E164-E3DA-2277-88AD-DD196FC46480}"/>
                  </a:ext>
                </a:extLst>
              </p:cNvPr>
              <p:cNvCxnSpPr>
                <a:cxnSpLocks/>
                <a:stCxn id="225" idx="6"/>
                <a:endCxn id="226" idx="2"/>
              </p:cNvCxnSpPr>
              <p:nvPr/>
            </p:nvCxnSpPr>
            <p:spPr>
              <a:xfrm flipH="1" flipV="1">
                <a:off x="2819196" y="1577829"/>
                <a:ext cx="44196" cy="2049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Arrow Connector 229">
                <a:extLst>
                  <a:ext uri="{FF2B5EF4-FFF2-40B4-BE49-F238E27FC236}">
                    <a16:creationId xmlns:a16="http://schemas.microsoft.com/office/drawing/2014/main" id="{4B772500-342D-7126-21F6-161F8A22A090}"/>
                  </a:ext>
                </a:extLst>
              </p:cNvPr>
              <p:cNvCxnSpPr>
                <a:cxnSpLocks/>
                <a:stCxn id="226" idx="4"/>
                <a:endCxn id="242" idx="1"/>
              </p:cNvCxnSpPr>
              <p:nvPr/>
            </p:nvCxnSpPr>
            <p:spPr>
              <a:xfrm>
                <a:off x="2863096" y="1531987"/>
                <a:ext cx="253215" cy="25143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Arrow Connector 230">
                <a:extLst>
                  <a:ext uri="{FF2B5EF4-FFF2-40B4-BE49-F238E27FC236}">
                    <a16:creationId xmlns:a16="http://schemas.microsoft.com/office/drawing/2014/main" id="{9812CB03-312F-6680-9FC3-3F3FF72F69CC}"/>
                  </a:ext>
                </a:extLst>
              </p:cNvPr>
              <p:cNvCxnSpPr>
                <a:cxnSpLocks/>
                <a:stCxn id="257" idx="4"/>
                <a:endCxn id="226" idx="7"/>
              </p:cNvCxnSpPr>
              <p:nvPr/>
            </p:nvCxnSpPr>
            <p:spPr>
              <a:xfrm>
                <a:off x="2615990" y="1383801"/>
                <a:ext cx="172164" cy="11577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Arrow Connector 231">
                <a:extLst>
                  <a:ext uri="{FF2B5EF4-FFF2-40B4-BE49-F238E27FC236}">
                    <a16:creationId xmlns:a16="http://schemas.microsoft.com/office/drawing/2014/main" id="{E915DF8F-3DAC-2D9A-892E-ED0D7B30517F}"/>
                  </a:ext>
                </a:extLst>
              </p:cNvPr>
              <p:cNvCxnSpPr>
                <a:cxnSpLocks/>
                <a:stCxn id="226" idx="5"/>
                <a:endCxn id="227" idx="2"/>
              </p:cNvCxnSpPr>
              <p:nvPr/>
            </p:nvCxnSpPr>
            <p:spPr>
              <a:xfrm flipV="1">
                <a:off x="2850238" y="1298054"/>
                <a:ext cx="82295" cy="201519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C3377FC2-25CD-408B-A038-E1937004AD8C}"/>
                  </a:ext>
                </a:extLst>
              </p:cNvPr>
              <p:cNvSpPr/>
              <p:nvPr/>
            </p:nvSpPr>
            <p:spPr>
              <a:xfrm rot="18567754">
                <a:off x="3106322" y="965587"/>
                <a:ext cx="91683" cy="8779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9047F681-9687-381B-4798-85C7593CBEBE}"/>
                  </a:ext>
                </a:extLst>
              </p:cNvPr>
              <p:cNvSpPr/>
              <p:nvPr/>
            </p:nvSpPr>
            <p:spPr>
              <a:xfrm rot="18567754">
                <a:off x="3271771" y="1251691"/>
                <a:ext cx="91683" cy="87798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752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2AF3AD80-812D-134C-A8BC-BD3F296C24AE}"/>
                  </a:ext>
                </a:extLst>
              </p:cNvPr>
              <p:cNvSpPr/>
              <p:nvPr/>
            </p:nvSpPr>
            <p:spPr>
              <a:xfrm rot="18567754">
                <a:off x="3500700" y="1480970"/>
                <a:ext cx="91683" cy="8779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4C6DEC71-732D-BF7D-7DBB-F55EE58E0C3F}"/>
                  </a:ext>
                </a:extLst>
              </p:cNvPr>
              <p:cNvSpPr/>
              <p:nvPr/>
            </p:nvSpPr>
            <p:spPr>
              <a:xfrm rot="18567754">
                <a:off x="3537091" y="1107727"/>
                <a:ext cx="91683" cy="8779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37" name="Straight Arrow Connector 236">
                <a:extLst>
                  <a:ext uri="{FF2B5EF4-FFF2-40B4-BE49-F238E27FC236}">
                    <a16:creationId xmlns:a16="http://schemas.microsoft.com/office/drawing/2014/main" id="{5BF020B9-7E25-2131-DEC2-A3E9E99ED38F}"/>
                  </a:ext>
                </a:extLst>
              </p:cNvPr>
              <p:cNvCxnSpPr>
                <a:cxnSpLocks/>
                <a:stCxn id="242" idx="6"/>
                <a:endCxn id="234" idx="2"/>
              </p:cNvCxnSpPr>
              <p:nvPr/>
            </p:nvCxnSpPr>
            <p:spPr>
              <a:xfrm flipV="1">
                <a:off x="3190014" y="1330982"/>
                <a:ext cx="98463" cy="18546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Arrow Connector 237">
                <a:extLst>
                  <a:ext uri="{FF2B5EF4-FFF2-40B4-BE49-F238E27FC236}">
                    <a16:creationId xmlns:a16="http://schemas.microsoft.com/office/drawing/2014/main" id="{5950ADB1-8E85-D9D5-F2C5-9C75B0E1EDBE}"/>
                  </a:ext>
                </a:extLst>
              </p:cNvPr>
              <p:cNvCxnSpPr>
                <a:cxnSpLocks/>
                <a:stCxn id="234" idx="4"/>
                <a:endCxn id="235" idx="0"/>
              </p:cNvCxnSpPr>
              <p:nvPr/>
            </p:nvCxnSpPr>
            <p:spPr>
              <a:xfrm>
                <a:off x="3351505" y="1323491"/>
                <a:ext cx="161144" cy="173476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Arrow Connector 238">
                <a:extLst>
                  <a:ext uri="{FF2B5EF4-FFF2-40B4-BE49-F238E27FC236}">
                    <a16:creationId xmlns:a16="http://schemas.microsoft.com/office/drawing/2014/main" id="{5F125D0F-FD8B-3A1A-1B47-EDE1EA08D67D}"/>
                  </a:ext>
                </a:extLst>
              </p:cNvPr>
              <p:cNvCxnSpPr>
                <a:cxnSpLocks/>
                <a:stCxn id="227" idx="5"/>
                <a:endCxn id="233" idx="2"/>
              </p:cNvCxnSpPr>
              <p:nvPr/>
            </p:nvCxnSpPr>
            <p:spPr>
              <a:xfrm flipV="1">
                <a:off x="2963575" y="1044878"/>
                <a:ext cx="159452" cy="17491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B64493A9-B635-723D-ACF6-4DE2711CD0AA}"/>
                  </a:ext>
                </a:extLst>
              </p:cNvPr>
              <p:cNvCxnSpPr>
                <a:cxnSpLocks/>
                <a:stCxn id="234" idx="5"/>
                <a:endCxn id="236" idx="2"/>
              </p:cNvCxnSpPr>
              <p:nvPr/>
            </p:nvCxnSpPr>
            <p:spPr>
              <a:xfrm flipV="1">
                <a:off x="3362180" y="1187018"/>
                <a:ext cx="191616" cy="10327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1CF7FDE5-24F4-3DD8-B12F-49B855BEE2F7}"/>
                  </a:ext>
                </a:extLst>
              </p:cNvPr>
              <p:cNvSpPr/>
              <p:nvPr/>
            </p:nvSpPr>
            <p:spPr>
              <a:xfrm rot="18567754">
                <a:off x="3016142" y="2076232"/>
                <a:ext cx="91683" cy="8779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D2F8A18E-A2C4-9A69-4C44-689E0DB18417}"/>
                  </a:ext>
                </a:extLst>
              </p:cNvPr>
              <p:cNvSpPr/>
              <p:nvPr/>
            </p:nvSpPr>
            <p:spPr>
              <a:xfrm rot="18567754">
                <a:off x="3115037" y="1507934"/>
                <a:ext cx="91683" cy="8779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ACD932F1-7043-4B1C-E007-C4D3F0DF66A6}"/>
                  </a:ext>
                </a:extLst>
              </p:cNvPr>
              <p:cNvSpPr/>
              <p:nvPr/>
            </p:nvSpPr>
            <p:spPr>
              <a:xfrm rot="18567754">
                <a:off x="3170567" y="1819113"/>
                <a:ext cx="91683" cy="87798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752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C5310B78-1A47-F238-1B5D-FA7976BF7875}"/>
                  </a:ext>
                </a:extLst>
              </p:cNvPr>
              <p:cNvSpPr/>
              <p:nvPr/>
            </p:nvSpPr>
            <p:spPr>
              <a:xfrm rot="18567754">
                <a:off x="3399495" y="2048393"/>
                <a:ext cx="91683" cy="8779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C6E14F2F-547D-FFBD-AE7B-8E36ED704718}"/>
                  </a:ext>
                </a:extLst>
              </p:cNvPr>
              <p:cNvSpPr/>
              <p:nvPr/>
            </p:nvSpPr>
            <p:spPr>
              <a:xfrm rot="18567754">
                <a:off x="3435885" y="1675151"/>
                <a:ext cx="91683" cy="8779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9C4797BB-B3F9-8EE6-5D8A-9C12D5CFAC84}"/>
                  </a:ext>
                </a:extLst>
              </p:cNvPr>
              <p:cNvCxnSpPr>
                <a:cxnSpLocks/>
                <a:stCxn id="243" idx="4"/>
                <a:endCxn id="244" idx="0"/>
              </p:cNvCxnSpPr>
              <p:nvPr/>
            </p:nvCxnSpPr>
            <p:spPr>
              <a:xfrm>
                <a:off x="3250300" y="1890913"/>
                <a:ext cx="161144" cy="173477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5D165D0D-B0BD-AD66-DF69-5A0B49F6D05F}"/>
                  </a:ext>
                </a:extLst>
              </p:cNvPr>
              <p:cNvCxnSpPr>
                <a:cxnSpLocks/>
                <a:stCxn id="242" idx="3"/>
                <a:endCxn id="243" idx="7"/>
              </p:cNvCxnSpPr>
              <p:nvPr/>
            </p:nvCxnSpPr>
            <p:spPr>
              <a:xfrm>
                <a:off x="3164241" y="1596588"/>
                <a:ext cx="48804" cy="22167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4DECA9EF-401D-C833-5325-CB0177E39BFA}"/>
                  </a:ext>
                </a:extLst>
              </p:cNvPr>
              <p:cNvCxnSpPr>
                <a:cxnSpLocks/>
                <a:stCxn id="243" idx="5"/>
                <a:endCxn id="245" idx="1"/>
              </p:cNvCxnSpPr>
              <p:nvPr/>
            </p:nvCxnSpPr>
            <p:spPr>
              <a:xfrm flipV="1">
                <a:off x="3260975" y="1724346"/>
                <a:ext cx="176184" cy="13337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089A1091-0C97-C052-67F5-73DD2C775D6D}"/>
                  </a:ext>
                </a:extLst>
              </p:cNvPr>
              <p:cNvCxnSpPr>
                <a:cxnSpLocks/>
                <a:stCxn id="225" idx="3"/>
                <a:endCxn id="241" idx="7"/>
              </p:cNvCxnSpPr>
              <p:nvPr/>
            </p:nvCxnSpPr>
            <p:spPr>
              <a:xfrm>
                <a:off x="2894434" y="1861057"/>
                <a:ext cx="164186" cy="21431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triangl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07ABB933-4313-CFAD-6402-A50CAA42939A}"/>
                  </a:ext>
                </a:extLst>
              </p:cNvPr>
              <p:cNvCxnSpPr>
                <a:cxnSpLocks/>
                <a:stCxn id="233" idx="5"/>
              </p:cNvCxnSpPr>
              <p:nvPr/>
            </p:nvCxnSpPr>
            <p:spPr>
              <a:xfrm flipV="1">
                <a:off x="3196731" y="954035"/>
                <a:ext cx="256514" cy="50155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6ACF4537-2046-C466-ADBA-4821BA9ACDC0}"/>
                  </a:ext>
                </a:extLst>
              </p:cNvPr>
              <p:cNvCxnSpPr>
                <a:cxnSpLocks/>
                <a:stCxn id="244" idx="4"/>
              </p:cNvCxnSpPr>
              <p:nvPr/>
            </p:nvCxnSpPr>
            <p:spPr>
              <a:xfrm>
                <a:off x="3479229" y="2120193"/>
                <a:ext cx="107572" cy="12590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242A429E-8F49-23CD-A0C2-750628881E3B}"/>
                  </a:ext>
                </a:extLst>
              </p:cNvPr>
              <p:cNvCxnSpPr>
                <a:cxnSpLocks/>
                <a:stCxn id="241" idx="2"/>
              </p:cNvCxnSpPr>
              <p:nvPr/>
            </p:nvCxnSpPr>
            <p:spPr>
              <a:xfrm flipH="1">
                <a:off x="2958587" y="2155523"/>
                <a:ext cx="74260" cy="13503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E225FB69-0D8A-927F-FA14-26E1692587A8}"/>
                  </a:ext>
                </a:extLst>
              </p:cNvPr>
              <p:cNvCxnSpPr>
                <a:cxnSpLocks/>
                <a:stCxn id="245" idx="5"/>
              </p:cNvCxnSpPr>
              <p:nvPr/>
            </p:nvCxnSpPr>
            <p:spPr>
              <a:xfrm flipV="1">
                <a:off x="3526294" y="1711350"/>
                <a:ext cx="187101" cy="240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77B68989-C45A-26B7-8031-F9844CC9B5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7499" y="1071403"/>
                <a:ext cx="143404" cy="57995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B1995B12-D7D1-B537-C1E9-4DED1AFBC3E2}"/>
                  </a:ext>
                </a:extLst>
              </p:cNvPr>
              <p:cNvCxnSpPr>
                <a:cxnSpLocks/>
                <a:stCxn id="235" idx="4"/>
              </p:cNvCxnSpPr>
              <p:nvPr/>
            </p:nvCxnSpPr>
            <p:spPr>
              <a:xfrm>
                <a:off x="3580433" y="1552770"/>
                <a:ext cx="166940" cy="884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0D6265AD-E32D-245D-3139-281FF18E73C0}"/>
                  </a:ext>
                </a:extLst>
              </p:cNvPr>
              <p:cNvCxnSpPr>
                <a:cxnSpLocks/>
                <a:stCxn id="225" idx="1"/>
              </p:cNvCxnSpPr>
              <p:nvPr/>
            </p:nvCxnSpPr>
            <p:spPr>
              <a:xfrm flipH="1">
                <a:off x="2780179" y="1861057"/>
                <a:ext cx="52171" cy="18075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84E4B9A6-5376-A420-DC44-60A51E577FC0}"/>
                  </a:ext>
                </a:extLst>
              </p:cNvPr>
              <p:cNvSpPr/>
              <p:nvPr/>
            </p:nvSpPr>
            <p:spPr>
              <a:xfrm rot="16200000">
                <a:off x="2526248" y="1339901"/>
                <a:ext cx="91683" cy="8779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0E6D0A25-FE69-78E6-0871-A9CFC004744C}"/>
                  </a:ext>
                </a:extLst>
              </p:cNvPr>
              <p:cNvSpPr/>
              <p:nvPr/>
            </p:nvSpPr>
            <p:spPr>
              <a:xfrm rot="18567754">
                <a:off x="2195664" y="1546472"/>
                <a:ext cx="91683" cy="87798"/>
              </a:xfrm>
              <a:prstGeom prst="ellipse">
                <a:avLst/>
              </a:prstGeom>
              <a:solidFill>
                <a:srgbClr val="C00000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752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EAAA6E8E-2963-F041-CD58-27D9C54187B4}"/>
                  </a:ext>
                </a:extLst>
              </p:cNvPr>
              <p:cNvSpPr/>
              <p:nvPr/>
            </p:nvSpPr>
            <p:spPr>
              <a:xfrm rot="18567754">
                <a:off x="2476584" y="1595162"/>
                <a:ext cx="91683" cy="8779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44E5D356-1DA5-FC04-AB64-C3263177FF6F}"/>
                  </a:ext>
                </a:extLst>
              </p:cNvPr>
              <p:cNvCxnSpPr>
                <a:cxnSpLocks/>
                <a:stCxn id="258" idx="6"/>
                <a:endCxn id="257" idx="0"/>
              </p:cNvCxnSpPr>
              <p:nvPr/>
            </p:nvCxnSpPr>
            <p:spPr>
              <a:xfrm flipV="1">
                <a:off x="2270641" y="1383801"/>
                <a:ext cx="257549" cy="171179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1EAC9F16-9660-ED10-259E-316C7ABA1007}"/>
                  </a:ext>
                </a:extLst>
              </p:cNvPr>
              <p:cNvSpPr/>
              <p:nvPr/>
            </p:nvSpPr>
            <p:spPr>
              <a:xfrm rot="18567754">
                <a:off x="2455480" y="1961913"/>
                <a:ext cx="91683" cy="8779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5E20BB2A-A42E-1DE1-0A4E-F275B1439AEF}"/>
                  </a:ext>
                </a:extLst>
              </p:cNvPr>
              <p:cNvCxnSpPr>
                <a:cxnSpLocks/>
                <a:stCxn id="261" idx="2"/>
              </p:cNvCxnSpPr>
              <p:nvPr/>
            </p:nvCxnSpPr>
            <p:spPr>
              <a:xfrm flipH="1">
                <a:off x="2389216" y="2041204"/>
                <a:ext cx="82970" cy="229995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006A351F-7C70-DFA5-CC3F-EB79CBD450CF}"/>
                  </a:ext>
                </a:extLst>
              </p:cNvPr>
              <p:cNvCxnSpPr>
                <a:cxnSpLocks/>
                <a:stCxn id="257" idx="6"/>
              </p:cNvCxnSpPr>
              <p:nvPr/>
            </p:nvCxnSpPr>
            <p:spPr>
              <a:xfrm flipH="1" flipV="1">
                <a:off x="2539906" y="1081220"/>
                <a:ext cx="32184" cy="25674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Arrow Connector 263">
                <a:extLst>
                  <a:ext uri="{FF2B5EF4-FFF2-40B4-BE49-F238E27FC236}">
                    <a16:creationId xmlns:a16="http://schemas.microsoft.com/office/drawing/2014/main" id="{DF52E431-0E07-2486-E448-5725B2A0177D}"/>
                  </a:ext>
                </a:extLst>
              </p:cNvPr>
              <p:cNvCxnSpPr>
                <a:cxnSpLocks/>
                <a:stCxn id="258" idx="5"/>
                <a:endCxn id="259" idx="1"/>
              </p:cNvCxnSpPr>
              <p:nvPr/>
            </p:nvCxnSpPr>
            <p:spPr>
              <a:xfrm>
                <a:off x="2286073" y="1585075"/>
                <a:ext cx="191785" cy="59283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Arrow Connector 264">
                <a:extLst>
                  <a:ext uri="{FF2B5EF4-FFF2-40B4-BE49-F238E27FC236}">
                    <a16:creationId xmlns:a16="http://schemas.microsoft.com/office/drawing/2014/main" id="{1FB88567-C7C5-6731-9A62-392DA288427C}"/>
                  </a:ext>
                </a:extLst>
              </p:cNvPr>
              <p:cNvCxnSpPr>
                <a:cxnSpLocks/>
                <a:stCxn id="258" idx="3"/>
                <a:endCxn id="261" idx="0"/>
              </p:cNvCxnSpPr>
              <p:nvPr/>
            </p:nvCxnSpPr>
            <p:spPr>
              <a:xfrm>
                <a:off x="2244869" y="1635126"/>
                <a:ext cx="222562" cy="342785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Arrow Connector 265">
                <a:extLst>
                  <a:ext uri="{FF2B5EF4-FFF2-40B4-BE49-F238E27FC236}">
                    <a16:creationId xmlns:a16="http://schemas.microsoft.com/office/drawing/2014/main" id="{4879C551-B575-E43F-B04A-D7BB1D5F6FBA}"/>
                  </a:ext>
                </a:extLst>
              </p:cNvPr>
              <p:cNvCxnSpPr>
                <a:cxnSpLocks/>
                <a:stCxn id="261" idx="6"/>
                <a:endCxn id="226" idx="1"/>
              </p:cNvCxnSpPr>
              <p:nvPr/>
            </p:nvCxnSpPr>
            <p:spPr>
              <a:xfrm flipV="1">
                <a:off x="2530458" y="1564402"/>
                <a:ext cx="257696" cy="40601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Arrow Connector 266">
                <a:extLst>
                  <a:ext uri="{FF2B5EF4-FFF2-40B4-BE49-F238E27FC236}">
                    <a16:creationId xmlns:a16="http://schemas.microsoft.com/office/drawing/2014/main" id="{657E005A-92D7-51E2-F825-8A60D48C3EE6}"/>
                  </a:ext>
                </a:extLst>
              </p:cNvPr>
              <p:cNvCxnSpPr>
                <a:cxnSpLocks/>
                <a:stCxn id="225" idx="5"/>
                <a:endCxn id="242" idx="2"/>
              </p:cNvCxnSpPr>
              <p:nvPr/>
            </p:nvCxnSpPr>
            <p:spPr>
              <a:xfrm flipV="1">
                <a:off x="2894434" y="1587225"/>
                <a:ext cx="237309" cy="209003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Arrow Connector 267">
                <a:extLst>
                  <a:ext uri="{FF2B5EF4-FFF2-40B4-BE49-F238E27FC236}">
                    <a16:creationId xmlns:a16="http://schemas.microsoft.com/office/drawing/2014/main" id="{9EC0D585-6B02-BC63-0674-BAFD1B9266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2615" y="1342309"/>
                <a:ext cx="157388" cy="33395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Arrow Connector 268">
                <a:extLst>
                  <a:ext uri="{FF2B5EF4-FFF2-40B4-BE49-F238E27FC236}">
                    <a16:creationId xmlns:a16="http://schemas.microsoft.com/office/drawing/2014/main" id="{E1AB2197-1745-32BB-1E28-B98C6806214E}"/>
                  </a:ext>
                </a:extLst>
              </p:cNvPr>
              <p:cNvCxnSpPr/>
              <p:nvPr/>
            </p:nvCxnSpPr>
            <p:spPr>
              <a:xfrm flipH="1">
                <a:off x="2222545" y="1337245"/>
                <a:ext cx="252245" cy="173858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Arrow Connector 269">
                <a:extLst>
                  <a:ext uri="{FF2B5EF4-FFF2-40B4-BE49-F238E27FC236}">
                    <a16:creationId xmlns:a16="http://schemas.microsoft.com/office/drawing/2014/main" id="{2D047EB8-0EE0-165D-4947-7265543A7E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94800" y="1637991"/>
                <a:ext cx="166497" cy="66734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Arrow Connector 270">
                <a:extLst>
                  <a:ext uri="{FF2B5EF4-FFF2-40B4-BE49-F238E27FC236}">
                    <a16:creationId xmlns:a16="http://schemas.microsoft.com/office/drawing/2014/main" id="{C7BA0A97-2897-C45B-4DC2-85207FDFC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97628" y="1671358"/>
                <a:ext cx="208983" cy="331478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Arrow Connector 271">
                <a:extLst>
                  <a:ext uri="{FF2B5EF4-FFF2-40B4-BE49-F238E27FC236}">
                    <a16:creationId xmlns:a16="http://schemas.microsoft.com/office/drawing/2014/main" id="{24CF2C89-AD01-EEFF-B31E-52D0427F10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1279" y="1439863"/>
                <a:ext cx="121221" cy="88389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Arrow Connector 272">
                <a:extLst>
                  <a:ext uri="{FF2B5EF4-FFF2-40B4-BE49-F238E27FC236}">
                    <a16:creationId xmlns:a16="http://schemas.microsoft.com/office/drawing/2014/main" id="{CE8AFD73-7C16-247C-A8F8-B50DED082D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86567" y="1596349"/>
                <a:ext cx="144705" cy="74235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Arrow Connector 273">
                <a:extLst>
                  <a:ext uri="{FF2B5EF4-FFF2-40B4-BE49-F238E27FC236}">
                    <a16:creationId xmlns:a16="http://schemas.microsoft.com/office/drawing/2014/main" id="{4B4005E5-71E3-18EC-8B4D-C878CB2A42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2312" y="1639061"/>
                <a:ext cx="126270" cy="198036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Arrow Connector 274">
                <a:extLst>
                  <a:ext uri="{FF2B5EF4-FFF2-40B4-BE49-F238E27FC236}">
                    <a16:creationId xmlns:a16="http://schemas.microsoft.com/office/drawing/2014/main" id="{3A4CA46E-214F-4B8D-F602-6D7E9348CA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73780" y="1587225"/>
                <a:ext cx="33510" cy="143961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Arrow Connector 275">
                <a:extLst>
                  <a:ext uri="{FF2B5EF4-FFF2-40B4-BE49-F238E27FC236}">
                    <a16:creationId xmlns:a16="http://schemas.microsoft.com/office/drawing/2014/main" id="{1F8696FF-5143-96E5-C8EC-3B09A8CBB9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99305" y="1492131"/>
                <a:ext cx="193030" cy="16585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Arrow Connector 276">
                <a:extLst>
                  <a:ext uri="{FF2B5EF4-FFF2-40B4-BE49-F238E27FC236}">
                    <a16:creationId xmlns:a16="http://schemas.microsoft.com/office/drawing/2014/main" id="{59BBF697-261D-5DBA-F5E9-FE0EE4B5B2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09119" y="1317925"/>
                <a:ext cx="60198" cy="141381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Arrow Connector 277">
                <a:extLst>
                  <a:ext uri="{FF2B5EF4-FFF2-40B4-BE49-F238E27FC236}">
                    <a16:creationId xmlns:a16="http://schemas.microsoft.com/office/drawing/2014/main" id="{7D77720F-FC12-CDF2-8448-5F3C251768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9761" y="1308204"/>
                <a:ext cx="72241" cy="14579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Arrow Connector 278">
                <a:extLst>
                  <a:ext uri="{FF2B5EF4-FFF2-40B4-BE49-F238E27FC236}">
                    <a16:creationId xmlns:a16="http://schemas.microsoft.com/office/drawing/2014/main" id="{428D45D1-847C-03A5-4377-EEF38A7D4E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17799" y="1387231"/>
                <a:ext cx="69461" cy="167247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Arrow Connector 279">
                <a:extLst>
                  <a:ext uri="{FF2B5EF4-FFF2-40B4-BE49-F238E27FC236}">
                    <a16:creationId xmlns:a16="http://schemas.microsoft.com/office/drawing/2014/main" id="{2E79AF21-242F-42A3-14F8-377B4CE0D0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02076" y="1316584"/>
                <a:ext cx="123599" cy="106116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Arrow Connector 280">
                <a:extLst>
                  <a:ext uri="{FF2B5EF4-FFF2-40B4-BE49-F238E27FC236}">
                    <a16:creationId xmlns:a16="http://schemas.microsoft.com/office/drawing/2014/main" id="{508B485B-78CC-C6E8-72B1-FF1991CD45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60661" y="1162688"/>
                <a:ext cx="140803" cy="81131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Arrow Connector 281">
                <a:extLst>
                  <a:ext uri="{FF2B5EF4-FFF2-40B4-BE49-F238E27FC236}">
                    <a16:creationId xmlns:a16="http://schemas.microsoft.com/office/drawing/2014/main" id="{33E1E3C4-F083-A0AD-070B-ACB5E1ACE2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51232" y="1688942"/>
                <a:ext cx="143880" cy="115263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Arrow Connector 282">
                <a:extLst>
                  <a:ext uri="{FF2B5EF4-FFF2-40B4-BE49-F238E27FC236}">
                    <a16:creationId xmlns:a16="http://schemas.microsoft.com/office/drawing/2014/main" id="{EA552FF1-FBC8-D3FB-E95B-34835C9720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230685" y="1922625"/>
                <a:ext cx="125197" cy="163332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Arrow Connector 283">
                <a:extLst>
                  <a:ext uri="{FF2B5EF4-FFF2-40B4-BE49-F238E27FC236}">
                    <a16:creationId xmlns:a16="http://schemas.microsoft.com/office/drawing/2014/main" id="{FAE24FA7-EA45-31C2-F36A-2C8D886712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743" y="1659205"/>
                <a:ext cx="25167" cy="162889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prstDash val="dash"/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D0E4DABC-A2B8-D00C-F63F-1B664595EC5C}"/>
                </a:ext>
              </a:extLst>
            </p:cNvPr>
            <p:cNvSpPr txBox="1"/>
            <p:nvPr/>
          </p:nvSpPr>
          <p:spPr>
            <a:xfrm>
              <a:off x="2038706" y="693028"/>
              <a:ext cx="1768433" cy="229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8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[out-voting score, in-voting score]</a:t>
              </a:r>
              <a:endParaRPr lang="en-CN" sz="88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78AB1C8-4687-696E-8612-4D31464C859D}"/>
                </a:ext>
              </a:extLst>
            </p:cNvPr>
            <p:cNvGrpSpPr/>
            <p:nvPr/>
          </p:nvGrpSpPr>
          <p:grpSpPr>
            <a:xfrm>
              <a:off x="102121" y="799556"/>
              <a:ext cx="1593574" cy="1476409"/>
              <a:chOff x="125670" y="846199"/>
              <a:chExt cx="1680208" cy="1449919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3F94BDF0-63F4-B951-3F27-692A3FCF4317}"/>
                  </a:ext>
                </a:extLst>
              </p:cNvPr>
              <p:cNvSpPr/>
              <p:nvPr/>
            </p:nvSpPr>
            <p:spPr>
              <a:xfrm rot="16200000">
                <a:off x="800222" y="1756911"/>
                <a:ext cx="94178" cy="9610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96AFC7A-0785-5BA0-C9E7-7634B3CCFFF4}"/>
                  </a:ext>
                </a:extLst>
              </p:cNvPr>
              <p:cNvSpPr/>
              <p:nvPr/>
            </p:nvSpPr>
            <p:spPr>
              <a:xfrm rot="16200000">
                <a:off x="773345" y="1423212"/>
                <a:ext cx="94178" cy="9610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6F04731-703F-5A00-54E5-3509B4724B29}"/>
                  </a:ext>
                </a:extLst>
              </p:cNvPr>
              <p:cNvSpPr/>
              <p:nvPr/>
            </p:nvSpPr>
            <p:spPr>
              <a:xfrm rot="16200000">
                <a:off x="897045" y="1183187"/>
                <a:ext cx="94178" cy="9610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212CEFF-88A9-2974-1DCD-6E8957BAD155}"/>
                  </a:ext>
                </a:extLst>
              </p:cNvPr>
              <p:cNvCxnSpPr>
                <a:cxnSpLocks/>
                <a:stCxn id="3" idx="6"/>
                <a:endCxn id="4" idx="2"/>
              </p:cNvCxnSpPr>
              <p:nvPr/>
            </p:nvCxnSpPr>
            <p:spPr>
              <a:xfrm flipH="1" flipV="1">
                <a:off x="820435" y="1518355"/>
                <a:ext cx="26877" cy="2395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6CE3F0DA-381B-693D-542B-6500C4D017A3}"/>
                  </a:ext>
                </a:extLst>
              </p:cNvPr>
              <p:cNvCxnSpPr>
                <a:cxnSpLocks/>
                <a:stCxn id="4" idx="4"/>
                <a:endCxn id="18" idx="1"/>
              </p:cNvCxnSpPr>
              <p:nvPr/>
            </p:nvCxnSpPr>
            <p:spPr>
              <a:xfrm>
                <a:off x="868488" y="1471266"/>
                <a:ext cx="254578" cy="36896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BC724968-D44C-B394-AC8B-E47EE9BF71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9513" y="1263678"/>
                <a:ext cx="79862" cy="168222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52E2F5B-253E-D01C-F9A6-369BFBEF064F}"/>
                  </a:ext>
                </a:extLst>
              </p:cNvPr>
              <p:cNvSpPr/>
              <p:nvPr/>
            </p:nvSpPr>
            <p:spPr>
              <a:xfrm rot="18567754">
                <a:off x="1116721" y="889414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0B54D4E-ED70-2901-1B69-F333590F9AEC}"/>
                  </a:ext>
                </a:extLst>
              </p:cNvPr>
              <p:cNvSpPr/>
              <p:nvPr/>
            </p:nvSpPr>
            <p:spPr>
              <a:xfrm rot="18567754">
                <a:off x="1294867" y="1192694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0ACA4CE-FA8D-E8FC-7303-7C433DE918E9}"/>
                  </a:ext>
                </a:extLst>
              </p:cNvPr>
              <p:cNvSpPr/>
              <p:nvPr/>
            </p:nvSpPr>
            <p:spPr>
              <a:xfrm rot="18567754">
                <a:off x="1541363" y="1435737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3C60F91-E78B-F1BA-51E0-16644F0D09BA}"/>
                  </a:ext>
                </a:extLst>
              </p:cNvPr>
              <p:cNvSpPr/>
              <p:nvPr/>
            </p:nvSpPr>
            <p:spPr>
              <a:xfrm rot="18567754">
                <a:off x="1580547" y="1040088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F2A242C-57C6-EC0C-094A-00726D4EEE30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 flipV="1">
                <a:off x="1206848" y="1277101"/>
                <a:ext cx="104709" cy="19070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3141328-C6A9-70B8-7B32-6D20E128AD2D}"/>
                  </a:ext>
                </a:extLst>
              </p:cNvPr>
              <p:cNvCxnSpPr>
                <a:cxnSpLocks/>
                <a:stCxn id="10" idx="4"/>
                <a:endCxn id="11" idx="0"/>
              </p:cNvCxnSpPr>
              <p:nvPr/>
            </p:nvCxnSpPr>
            <p:spPr>
              <a:xfrm>
                <a:off x="1379054" y="1270814"/>
                <a:ext cx="172299" cy="182908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2F04676E-8B74-039B-5714-B242EBD1B4DC}"/>
                  </a:ext>
                </a:extLst>
              </p:cNvPr>
              <p:cNvCxnSpPr>
                <a:cxnSpLocks/>
                <a:stCxn id="5" idx="5"/>
                <a:endCxn id="9" idx="2"/>
              </p:cNvCxnSpPr>
              <p:nvPr/>
            </p:nvCxnSpPr>
            <p:spPr>
              <a:xfrm flipV="1">
                <a:off x="978113" y="973822"/>
                <a:ext cx="155297" cy="22412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03F2C3F-3C57-37F0-1986-ED9968179DAF}"/>
                  </a:ext>
                </a:extLst>
              </p:cNvPr>
              <p:cNvCxnSpPr>
                <a:cxnSpLocks/>
                <a:stCxn id="10" idx="5"/>
                <a:endCxn id="12" idx="2"/>
              </p:cNvCxnSpPr>
              <p:nvPr/>
            </p:nvCxnSpPr>
            <p:spPr>
              <a:xfrm flipV="1">
                <a:off x="1389685" y="1124495"/>
                <a:ext cx="207551" cy="1118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A1C5FA0-913E-72BF-6B54-C412D8DDAC62}"/>
                  </a:ext>
                </a:extLst>
              </p:cNvPr>
              <p:cNvSpPr/>
              <p:nvPr/>
            </p:nvSpPr>
            <p:spPr>
              <a:xfrm rot="18567754">
                <a:off x="1019621" y="2066734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AC1590E-ACBB-F3CF-3A18-54572A87A378}"/>
                  </a:ext>
                </a:extLst>
              </p:cNvPr>
              <p:cNvSpPr/>
              <p:nvPr/>
            </p:nvSpPr>
            <p:spPr>
              <a:xfrm rot="18567754">
                <a:off x="1123707" y="1455664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14E8136-B0E1-09BF-81CA-F4D9FD79BB0A}"/>
                  </a:ext>
                </a:extLst>
              </p:cNvPr>
              <p:cNvSpPr/>
              <p:nvPr/>
            </p:nvSpPr>
            <p:spPr>
              <a:xfrm rot="18567754">
                <a:off x="1185897" y="1794180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3E69581-AA4A-0A89-868C-598FF6017F10}"/>
                  </a:ext>
                </a:extLst>
              </p:cNvPr>
              <p:cNvSpPr/>
              <p:nvPr/>
            </p:nvSpPr>
            <p:spPr>
              <a:xfrm rot="18567754">
                <a:off x="1432393" y="2037224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F54E671-CB55-09AE-42BB-14F8C90D2076}"/>
                  </a:ext>
                </a:extLst>
              </p:cNvPr>
              <p:cNvSpPr/>
              <p:nvPr/>
            </p:nvSpPr>
            <p:spPr>
              <a:xfrm rot="18567754">
                <a:off x="1471576" y="1641575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45ED853-FD94-3187-04EA-3AFF8BECC064}"/>
                  </a:ext>
                </a:extLst>
              </p:cNvPr>
              <p:cNvCxnSpPr>
                <a:cxnSpLocks/>
                <a:stCxn id="19" idx="4"/>
                <a:endCxn id="20" idx="0"/>
              </p:cNvCxnSpPr>
              <p:nvPr/>
            </p:nvCxnSpPr>
            <p:spPr>
              <a:xfrm>
                <a:off x="1270084" y="1872300"/>
                <a:ext cx="172299" cy="182909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216BAB7-B20C-C89E-7A8D-C7CF2A7B134F}"/>
                  </a:ext>
                </a:extLst>
              </p:cNvPr>
              <p:cNvCxnSpPr>
                <a:cxnSpLocks/>
                <a:stCxn id="18" idx="3"/>
                <a:endCxn id="19" idx="7"/>
              </p:cNvCxnSpPr>
              <p:nvPr/>
            </p:nvCxnSpPr>
            <p:spPr>
              <a:xfrm>
                <a:off x="1175532" y="1550685"/>
                <a:ext cx="52717" cy="24458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71C442D-C8C7-FAC4-AA83-B98F5FB13B5B}"/>
                  </a:ext>
                </a:extLst>
              </p:cNvPr>
              <p:cNvCxnSpPr>
                <a:cxnSpLocks/>
                <a:stCxn id="19" idx="5"/>
                <a:endCxn id="21" idx="2"/>
              </p:cNvCxnSpPr>
              <p:nvPr/>
            </p:nvCxnSpPr>
            <p:spPr>
              <a:xfrm flipV="1">
                <a:off x="1280715" y="1725982"/>
                <a:ext cx="207550" cy="111806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4B371FA0-C8EC-D1AB-8DF9-A6D664377D2D}"/>
                  </a:ext>
                </a:extLst>
              </p:cNvPr>
              <p:cNvCxnSpPr>
                <a:cxnSpLocks/>
                <a:stCxn id="3" idx="3"/>
                <a:endCxn id="17" idx="7"/>
              </p:cNvCxnSpPr>
              <p:nvPr/>
            </p:nvCxnSpPr>
            <p:spPr>
              <a:xfrm>
                <a:off x="881290" y="1838262"/>
                <a:ext cx="180683" cy="22955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60FD855-7647-7A1B-421F-ADEB4A81BEA9}"/>
                  </a:ext>
                </a:extLst>
              </p:cNvPr>
              <p:cNvCxnSpPr>
                <a:cxnSpLocks/>
                <a:stCxn id="9" idx="5"/>
              </p:cNvCxnSpPr>
              <p:nvPr/>
            </p:nvCxnSpPr>
            <p:spPr>
              <a:xfrm flipV="1">
                <a:off x="1211539" y="879357"/>
                <a:ext cx="274879" cy="53665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89A8C4D-B6EB-3548-F490-8B696DA0FF5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587457" y="2124244"/>
                <a:ext cx="102764" cy="16443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F534044-3C30-4CC4-8B72-9733D856F8BE}"/>
                  </a:ext>
                </a:extLst>
              </p:cNvPr>
              <p:cNvCxnSpPr>
                <a:cxnSpLocks/>
                <a:stCxn id="17" idx="2"/>
              </p:cNvCxnSpPr>
              <p:nvPr/>
            </p:nvCxnSpPr>
            <p:spPr>
              <a:xfrm flipH="1">
                <a:off x="953802" y="2151142"/>
                <a:ext cx="82509" cy="14497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F8C9402-A500-C30E-D982-672CAE5416EB}"/>
                  </a:ext>
                </a:extLst>
              </p:cNvPr>
              <p:cNvCxnSpPr>
                <a:cxnSpLocks/>
                <a:stCxn id="21" idx="5"/>
              </p:cNvCxnSpPr>
              <p:nvPr/>
            </p:nvCxnSpPr>
            <p:spPr>
              <a:xfrm flipV="1">
                <a:off x="1566394" y="1682136"/>
                <a:ext cx="200139" cy="304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B6B5522-524D-0212-86D2-7C81DCA976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05389" y="967948"/>
                <a:ext cx="74939" cy="126038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D856C7D0-95AF-69B9-AC8B-D12CA52A7351}"/>
                  </a:ext>
                </a:extLst>
              </p:cNvPr>
              <p:cNvCxnSpPr>
                <a:cxnSpLocks/>
                <a:stCxn id="11" idx="4"/>
              </p:cNvCxnSpPr>
              <p:nvPr/>
            </p:nvCxnSpPr>
            <p:spPr>
              <a:xfrm>
                <a:off x="1625550" y="1513857"/>
                <a:ext cx="177568" cy="9388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3AE1397-5B7E-A52F-6CD4-CE2AA996E7EE}"/>
                  </a:ext>
                </a:extLst>
              </p:cNvPr>
              <p:cNvCxnSpPr>
                <a:cxnSpLocks/>
                <a:stCxn id="3" idx="1"/>
              </p:cNvCxnSpPr>
              <p:nvPr/>
            </p:nvCxnSpPr>
            <p:spPr>
              <a:xfrm flipH="1">
                <a:off x="756929" y="1838262"/>
                <a:ext cx="56404" cy="19417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AF8CEB-0FCA-0C3B-485A-569517CC948B}"/>
                  </a:ext>
                </a:extLst>
              </p:cNvPr>
              <p:cNvSpPr txBox="1"/>
              <p:nvPr/>
            </p:nvSpPr>
            <p:spPr>
              <a:xfrm rot="15907109">
                <a:off x="696584" y="1551084"/>
                <a:ext cx="360816" cy="178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1.43,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FCE194-D3C1-4F3C-AAF4-01016BACCF6A}"/>
                  </a:ext>
                </a:extLst>
              </p:cNvPr>
              <p:cNvSpPr txBox="1"/>
              <p:nvPr/>
            </p:nvSpPr>
            <p:spPr>
              <a:xfrm rot="15294046">
                <a:off x="935884" y="1616244"/>
                <a:ext cx="387677" cy="178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1.27,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68C835B-5E88-D5B7-DDEF-755999142B44}"/>
                  </a:ext>
                </a:extLst>
              </p:cNvPr>
              <p:cNvSpPr txBox="1"/>
              <p:nvPr/>
            </p:nvSpPr>
            <p:spPr>
              <a:xfrm rot="13594722">
                <a:off x="1087568" y="1906831"/>
                <a:ext cx="416052" cy="178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0.78,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B4592D-7DA1-B169-9F33-14BFA3D2AC2D}"/>
                  </a:ext>
                </a:extLst>
              </p:cNvPr>
              <p:cNvSpPr txBox="1"/>
              <p:nvPr/>
            </p:nvSpPr>
            <p:spPr>
              <a:xfrm rot="13668208">
                <a:off x="731948" y="1890541"/>
                <a:ext cx="360816" cy="178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2.56,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428447B-A577-73DD-D5BE-068E5696A9D1}"/>
                  </a:ext>
                </a:extLst>
              </p:cNvPr>
              <p:cNvSpPr txBox="1"/>
              <p:nvPr/>
            </p:nvSpPr>
            <p:spPr>
              <a:xfrm rot="17719176">
                <a:off x="997873" y="1239163"/>
                <a:ext cx="381282" cy="178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2.64,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ED75E8-9D76-C82A-EF7D-195EAC18750E}"/>
                  </a:ext>
                </a:extLst>
              </p:cNvPr>
              <p:cNvSpPr txBox="1"/>
              <p:nvPr/>
            </p:nvSpPr>
            <p:spPr>
              <a:xfrm rot="13599099">
                <a:off x="1321660" y="1238269"/>
                <a:ext cx="381282" cy="178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0.87,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6589976-A9BC-5E8B-0BF6-C74381C6F960}"/>
                  </a:ext>
                </a:extLst>
              </p:cNvPr>
              <p:cNvSpPr txBox="1"/>
              <p:nvPr/>
            </p:nvSpPr>
            <p:spPr>
              <a:xfrm rot="19609896">
                <a:off x="1138785" y="1651806"/>
                <a:ext cx="409355" cy="166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2.99,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A5F362-5E7B-87EF-9A14-3EA634E11802}"/>
                  </a:ext>
                </a:extLst>
              </p:cNvPr>
              <p:cNvSpPr txBox="1"/>
              <p:nvPr/>
            </p:nvSpPr>
            <p:spPr>
              <a:xfrm rot="564150">
                <a:off x="791213" y="1345781"/>
                <a:ext cx="409355" cy="166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0.62,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0BE9A15-B77F-16E7-7C46-370EB23ED304}"/>
                  </a:ext>
                </a:extLst>
              </p:cNvPr>
              <p:cNvSpPr txBox="1"/>
              <p:nvPr/>
            </p:nvSpPr>
            <p:spPr>
              <a:xfrm rot="13270917">
                <a:off x="424886" y="1355695"/>
                <a:ext cx="387382" cy="166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2.45,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41388D5-4494-F784-F226-5D569ACCC739}"/>
                  </a:ext>
                </a:extLst>
              </p:cNvPr>
              <p:cNvSpPr txBox="1"/>
              <p:nvPr/>
            </p:nvSpPr>
            <p:spPr>
              <a:xfrm rot="18085117">
                <a:off x="797308" y="947600"/>
                <a:ext cx="381282" cy="178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1.58,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4243123-9A04-9131-4E42-5F7B26793DA9}"/>
                  </a:ext>
                </a:extLst>
              </p:cNvPr>
              <p:cNvSpPr txBox="1"/>
              <p:nvPr/>
            </p:nvSpPr>
            <p:spPr>
              <a:xfrm rot="19902535">
                <a:off x="1250655" y="1022403"/>
                <a:ext cx="409355" cy="166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1.46,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D603426-BA92-47A5-B3CF-C91AAEEBBC80}"/>
                  </a:ext>
                </a:extLst>
              </p:cNvPr>
              <p:cNvSpPr txBox="1"/>
              <p:nvPr/>
            </p:nvSpPr>
            <p:spPr>
              <a:xfrm rot="17273022">
                <a:off x="634292" y="1216870"/>
                <a:ext cx="360816" cy="178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1.23,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en-CN" sz="5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6750DCF-D83D-DAAC-01B8-9612FE47A424}"/>
                  </a:ext>
                </a:extLst>
              </p:cNvPr>
              <p:cNvSpPr txBox="1"/>
              <p:nvPr/>
            </p:nvSpPr>
            <p:spPr>
              <a:xfrm rot="18054357">
                <a:off x="464736" y="1703884"/>
                <a:ext cx="360816" cy="178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0.84,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42E04C37-CF9A-4F0B-FFA7-383FF5531F6C}"/>
                  </a:ext>
                </a:extLst>
              </p:cNvPr>
              <p:cNvCxnSpPr>
                <a:cxnSpLocks/>
                <a:stCxn id="49" idx="5"/>
                <a:endCxn id="44" idx="1"/>
              </p:cNvCxnSpPr>
              <p:nvPr/>
            </p:nvCxnSpPr>
            <p:spPr>
              <a:xfrm flipV="1">
                <a:off x="554169" y="1477801"/>
                <a:ext cx="201053" cy="80072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66DDA17-C22E-1755-4B65-2672F0BD94C0}"/>
                  </a:ext>
                </a:extLst>
              </p:cNvPr>
              <p:cNvCxnSpPr>
                <a:cxnSpLocks/>
                <a:stCxn id="50" idx="4"/>
              </p:cNvCxnSpPr>
              <p:nvPr/>
            </p:nvCxnSpPr>
            <p:spPr>
              <a:xfrm>
                <a:off x="599130" y="1338157"/>
                <a:ext cx="171655" cy="12435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4AAA91F-8E01-D0B4-7C7F-7BE018FB7AC3}"/>
                  </a:ext>
                </a:extLst>
              </p:cNvPr>
              <p:cNvSpPr/>
              <p:nvPr/>
            </p:nvSpPr>
            <p:spPr>
              <a:xfrm rot="18567754">
                <a:off x="144991" y="1467338"/>
                <a:ext cx="94178" cy="9610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79CD83C-B212-42A6-9D5E-D2E13543C0CE}"/>
                  </a:ext>
                </a:extLst>
              </p:cNvPr>
              <p:cNvSpPr/>
              <p:nvPr/>
            </p:nvSpPr>
            <p:spPr>
              <a:xfrm rot="18567754">
                <a:off x="458126" y="1515412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2258D42-54CF-6252-CABA-B693557F56AD}"/>
                  </a:ext>
                </a:extLst>
              </p:cNvPr>
              <p:cNvSpPr/>
              <p:nvPr/>
            </p:nvSpPr>
            <p:spPr>
              <a:xfrm rot="18567754">
                <a:off x="514943" y="1260037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1997D048-AD5C-5A23-5F28-37F8C5A33BE8}"/>
                  </a:ext>
                </a:extLst>
              </p:cNvPr>
              <p:cNvCxnSpPr>
                <a:cxnSpLocks/>
                <a:stCxn id="48" idx="6"/>
                <a:endCxn id="50" idx="1"/>
              </p:cNvCxnSpPr>
              <p:nvPr/>
            </p:nvCxnSpPr>
            <p:spPr>
              <a:xfrm flipV="1">
                <a:off x="222481" y="1312535"/>
                <a:ext cx="291822" cy="166502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6AC9874-2C25-FE87-D20A-5658493FA3CC}"/>
                  </a:ext>
                </a:extLst>
              </p:cNvPr>
              <p:cNvSpPr/>
              <p:nvPr/>
            </p:nvSpPr>
            <p:spPr>
              <a:xfrm rot="18567754">
                <a:off x="424746" y="1907720"/>
                <a:ext cx="94178" cy="9610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5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A841A4A3-EBCC-3375-5B6B-589E7B4A42F1}"/>
                  </a:ext>
                </a:extLst>
              </p:cNvPr>
              <p:cNvCxnSpPr>
                <a:cxnSpLocks/>
                <a:stCxn id="52" idx="6"/>
              </p:cNvCxnSpPr>
              <p:nvPr/>
            </p:nvCxnSpPr>
            <p:spPr>
              <a:xfrm flipV="1">
                <a:off x="502235" y="1505207"/>
                <a:ext cx="288617" cy="41421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0F379D89-7115-A9BF-F686-D942EE48E8DA}"/>
                  </a:ext>
                </a:extLst>
              </p:cNvPr>
              <p:cNvCxnSpPr>
                <a:cxnSpLocks/>
                <a:stCxn id="52" idx="2"/>
              </p:cNvCxnSpPr>
              <p:nvPr/>
            </p:nvCxnSpPr>
            <p:spPr>
              <a:xfrm flipH="1">
                <a:off x="371745" y="1992127"/>
                <a:ext cx="69689" cy="21224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76F56A9-8610-B83F-EC61-8216F59475A1}"/>
                  </a:ext>
                </a:extLst>
              </p:cNvPr>
              <p:cNvCxnSpPr>
                <a:cxnSpLocks/>
                <a:stCxn id="50" idx="7"/>
              </p:cNvCxnSpPr>
              <p:nvPr/>
            </p:nvCxnSpPr>
            <p:spPr>
              <a:xfrm flipH="1" flipV="1">
                <a:off x="502211" y="1032733"/>
                <a:ext cx="55084" cy="22839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3D9E1BF-026C-68C4-11D6-BC826C41E2D0}"/>
                  </a:ext>
                </a:extLst>
              </p:cNvPr>
              <p:cNvCxnSpPr>
                <a:cxnSpLocks/>
                <a:stCxn id="48" idx="5"/>
                <a:endCxn id="49" idx="1"/>
              </p:cNvCxnSpPr>
              <p:nvPr/>
            </p:nvCxnSpPr>
            <p:spPr>
              <a:xfrm>
                <a:off x="239809" y="1510946"/>
                <a:ext cx="217676" cy="56965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0E99A14C-6370-41A0-F7B1-BF84435665F9}"/>
                  </a:ext>
                </a:extLst>
              </p:cNvPr>
              <p:cNvCxnSpPr>
                <a:cxnSpLocks/>
                <a:stCxn id="48" idx="3"/>
                <a:endCxn id="52" idx="0"/>
              </p:cNvCxnSpPr>
              <p:nvPr/>
            </p:nvCxnSpPr>
            <p:spPr>
              <a:xfrm>
                <a:off x="196817" y="1562358"/>
                <a:ext cx="237919" cy="363347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3C30E5A-BDC8-0C4E-B2E3-CC5D4961B480}"/>
                  </a:ext>
                </a:extLst>
              </p:cNvPr>
              <p:cNvSpPr txBox="1"/>
              <p:nvPr/>
            </p:nvSpPr>
            <p:spPr>
              <a:xfrm rot="19677736">
                <a:off x="125670" y="1245855"/>
                <a:ext cx="38998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9.26,</a:t>
                </a:r>
                <a:r>
                  <a:rPr lang="zh-CN" altLang="en-US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A05FFA3-9299-2567-38B2-A3EC642F245E}"/>
                  </a:ext>
                </a:extLst>
              </p:cNvPr>
              <p:cNvSpPr txBox="1"/>
              <p:nvPr/>
            </p:nvSpPr>
            <p:spPr>
              <a:xfrm rot="1280327">
                <a:off x="162347" y="1513714"/>
                <a:ext cx="39160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5.13,</a:t>
                </a:r>
                <a:r>
                  <a:rPr lang="zh-CN" altLang="en-US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778AF20-8799-4571-4F30-CF0774FB788F}"/>
                  </a:ext>
                </a:extLst>
              </p:cNvPr>
              <p:cNvSpPr txBox="1"/>
              <p:nvPr/>
            </p:nvSpPr>
            <p:spPr>
              <a:xfrm rot="3408374">
                <a:off x="79152" y="1703441"/>
                <a:ext cx="391525" cy="178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7.89,</a:t>
                </a:r>
                <a:r>
                  <a:rPr lang="zh-CN" altLang="en-US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668FBBC-B429-C807-F440-3367CE81F52D}"/>
                  </a:ext>
                </a:extLst>
              </p:cNvPr>
              <p:cNvSpPr txBox="1"/>
              <p:nvPr/>
            </p:nvSpPr>
            <p:spPr>
              <a:xfrm rot="20144349">
                <a:off x="455667" y="1473100"/>
                <a:ext cx="419461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0.34,</a:t>
                </a:r>
                <a:r>
                  <a:rPr lang="zh-CN" altLang="en-US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D2877D1F-DD94-E099-089F-29295C2DEE6F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 flipV="1">
                <a:off x="880305" y="1540072"/>
                <a:ext cx="260091" cy="237671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B6A8D1D5-6D36-E079-5A71-D872B41D453E}"/>
                  </a:ext>
                </a:extLst>
              </p:cNvPr>
              <p:cNvCxnSpPr>
                <a:cxnSpLocks/>
                <a:stCxn id="21" idx="7"/>
              </p:cNvCxnSpPr>
              <p:nvPr/>
            </p:nvCxnSpPr>
            <p:spPr>
              <a:xfrm flipH="1" flipV="1">
                <a:off x="1357199" y="1278329"/>
                <a:ext cx="156728" cy="36433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1B19766-FAE0-6B1A-3456-7791F76FA8C3}"/>
                  </a:ext>
                </a:extLst>
              </p:cNvPr>
              <p:cNvSpPr txBox="1"/>
              <p:nvPr/>
            </p:nvSpPr>
            <p:spPr>
              <a:xfrm rot="3692597">
                <a:off x="1206665" y="1421364"/>
                <a:ext cx="381282" cy="178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0.87, </a:t>
                </a:r>
                <a:r>
                  <a:rPr lang="en-US" altLang="zh-CN" sz="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en-CN"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7A55466-8F0D-75C3-18BC-E4794F67C721}"/>
                </a:ext>
              </a:extLst>
            </p:cNvPr>
            <p:cNvSpPr/>
            <p:nvPr/>
          </p:nvSpPr>
          <p:spPr>
            <a:xfrm rot="2230877">
              <a:off x="4043304" y="2039420"/>
              <a:ext cx="94110" cy="9163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757E6EBB-2E18-21DD-338B-5FB261AD04F0}"/>
                </a:ext>
              </a:extLst>
            </p:cNvPr>
            <p:cNvSpPr/>
            <p:nvPr/>
          </p:nvSpPr>
          <p:spPr>
            <a:xfrm rot="6636238">
              <a:off x="4178073" y="2456196"/>
              <a:ext cx="99023" cy="101918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E13D6461-1924-9804-44CD-5F2A10DFC07D}"/>
                </a:ext>
              </a:extLst>
            </p:cNvPr>
            <p:cNvSpPr/>
            <p:nvPr/>
          </p:nvSpPr>
          <p:spPr>
            <a:xfrm rot="6151126">
              <a:off x="4052746" y="2231518"/>
              <a:ext cx="94110" cy="91637"/>
            </a:xfrm>
            <a:prstGeom prst="ellipse">
              <a:avLst/>
            </a:prstGeom>
            <a:solidFill>
              <a:srgbClr val="FFE69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82A97F11-CC3F-3F9C-0046-83630B6442C1}"/>
                </a:ext>
              </a:extLst>
            </p:cNvPr>
            <p:cNvSpPr/>
            <p:nvPr/>
          </p:nvSpPr>
          <p:spPr>
            <a:xfrm rot="6151126">
              <a:off x="3983304" y="2408745"/>
              <a:ext cx="94110" cy="9163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C0205FB9-9323-AAE6-BCE9-F540E63E426F}"/>
                </a:ext>
              </a:extLst>
            </p:cNvPr>
            <p:cNvCxnSpPr>
              <a:cxnSpLocks/>
            </p:cNvCxnSpPr>
            <p:nvPr/>
          </p:nvCxnSpPr>
          <p:spPr>
            <a:xfrm rot="3783372" flipH="1">
              <a:off x="4088847" y="2385880"/>
              <a:ext cx="169422" cy="60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61F4EE17-811F-C2A9-6480-89D80B30D1E0}"/>
                </a:ext>
              </a:extLst>
            </p:cNvPr>
            <p:cNvCxnSpPr>
              <a:cxnSpLocks/>
            </p:cNvCxnSpPr>
            <p:nvPr/>
          </p:nvCxnSpPr>
          <p:spPr>
            <a:xfrm rot="3783372">
              <a:off x="4025698" y="2333711"/>
              <a:ext cx="79829" cy="697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AB8335D4-3ADC-4022-760F-532BB405AF0A}"/>
                </a:ext>
              </a:extLst>
            </p:cNvPr>
            <p:cNvCxnSpPr>
              <a:cxnSpLocks/>
              <a:stCxn id="162" idx="5"/>
              <a:endCxn id="164" idx="2"/>
            </p:cNvCxnSpPr>
            <p:nvPr/>
          </p:nvCxnSpPr>
          <p:spPr>
            <a:xfrm>
              <a:off x="4098583" y="2132140"/>
              <a:ext cx="7366" cy="101147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2AD67E3-6E2C-D8C5-D7B2-B30B5EFF6599}"/>
                </a:ext>
              </a:extLst>
            </p:cNvPr>
            <p:cNvCxnSpPr>
              <a:cxnSpLocks/>
              <a:endCxn id="162" idx="1"/>
            </p:cNvCxnSpPr>
            <p:nvPr/>
          </p:nvCxnSpPr>
          <p:spPr>
            <a:xfrm>
              <a:off x="4069779" y="1946490"/>
              <a:ext cx="12475" cy="91666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8EAE4810-44B0-A2CF-426F-77323EFB5DDD}"/>
                </a:ext>
              </a:extLst>
            </p:cNvPr>
            <p:cNvCxnSpPr>
              <a:cxnSpLocks/>
              <a:endCxn id="165" idx="6"/>
            </p:cNvCxnSpPr>
            <p:nvPr/>
          </p:nvCxnSpPr>
          <p:spPr>
            <a:xfrm rot="3783372" flipH="1" flipV="1">
              <a:off x="3986442" y="2511712"/>
              <a:ext cx="56121" cy="4628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14986038-715A-27C4-E102-C94B25940AA3}"/>
                </a:ext>
              </a:extLst>
            </p:cNvPr>
            <p:cNvCxnSpPr>
              <a:cxnSpLocks/>
              <a:endCxn id="164" idx="1"/>
            </p:cNvCxnSpPr>
            <p:nvPr/>
          </p:nvCxnSpPr>
          <p:spPr>
            <a:xfrm rot="4531374">
              <a:off x="4126871" y="2164036"/>
              <a:ext cx="81566" cy="8309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119225E5-B053-801B-1323-9C463FEDA750}"/>
                </a:ext>
              </a:extLst>
            </p:cNvPr>
            <p:cNvSpPr txBox="1"/>
            <p:nvPr/>
          </p:nvSpPr>
          <p:spPr>
            <a:xfrm rot="4728637">
              <a:off x="3956657" y="2091965"/>
              <a:ext cx="22313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5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CN" sz="5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48CCEFDC-F423-B21B-CEB5-ED64FCF2DEF1}"/>
                </a:ext>
              </a:extLst>
            </p:cNvPr>
            <p:cNvSpPr txBox="1"/>
            <p:nvPr/>
          </p:nvSpPr>
          <p:spPr>
            <a:xfrm rot="3531442">
              <a:off x="4106291" y="2276176"/>
              <a:ext cx="22313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5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CN" sz="5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A50336BB-1ABF-AFC5-8184-05ECB89400FD}"/>
                </a:ext>
              </a:extLst>
            </p:cNvPr>
            <p:cNvCxnSpPr>
              <a:cxnSpLocks/>
            </p:cNvCxnSpPr>
            <p:nvPr/>
          </p:nvCxnSpPr>
          <p:spPr>
            <a:xfrm rot="3783372" flipV="1">
              <a:off x="4070744" y="2393747"/>
              <a:ext cx="167055" cy="823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BA2F8A2C-312A-A836-E5F1-47ABD54329B5}"/>
                </a:ext>
              </a:extLst>
            </p:cNvPr>
            <p:cNvSpPr txBox="1"/>
            <p:nvPr/>
          </p:nvSpPr>
          <p:spPr>
            <a:xfrm rot="3531442">
              <a:off x="4003723" y="2325898"/>
              <a:ext cx="24397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5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CN" sz="5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6799BFCB-2BBE-0A87-6205-696734BA23B2}"/>
                </a:ext>
              </a:extLst>
            </p:cNvPr>
            <p:cNvSpPr txBox="1"/>
            <p:nvPr/>
          </p:nvSpPr>
          <p:spPr>
            <a:xfrm rot="6374941">
              <a:off x="3900018" y="2262953"/>
              <a:ext cx="24397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5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CN" sz="5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5B22DCE-7A04-C96B-F6A7-C8A296078D69}"/>
                </a:ext>
              </a:extLst>
            </p:cNvPr>
            <p:cNvSpPr txBox="1"/>
            <p:nvPr/>
          </p:nvSpPr>
          <p:spPr>
            <a:xfrm rot="7292262">
              <a:off x="4108179" y="2148587"/>
              <a:ext cx="22313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5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CN" sz="5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Rounded Rectangle 133">
              <a:extLst>
                <a:ext uri="{FF2B5EF4-FFF2-40B4-BE49-F238E27FC236}">
                  <a16:creationId xmlns:a16="http://schemas.microsoft.com/office/drawing/2014/main" id="{C23B7654-6BB5-772F-8660-17AB44FDFB9F}"/>
                </a:ext>
              </a:extLst>
            </p:cNvPr>
            <p:cNvSpPr/>
            <p:nvPr/>
          </p:nvSpPr>
          <p:spPr>
            <a:xfrm>
              <a:off x="4865453" y="1191643"/>
              <a:ext cx="99558" cy="44781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CN" sz="6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Aggregate</a:t>
              </a:r>
            </a:p>
          </p:txBody>
        </p: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4954093-3AA6-FCC2-ED7C-418E69500EB7}"/>
                </a:ext>
              </a:extLst>
            </p:cNvPr>
            <p:cNvCxnSpPr>
              <a:cxnSpLocks/>
              <a:stCxn id="158" idx="1"/>
            </p:cNvCxnSpPr>
            <p:nvPr/>
          </p:nvCxnSpPr>
          <p:spPr>
            <a:xfrm>
              <a:off x="4152163" y="1393652"/>
              <a:ext cx="146502" cy="2206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A5907E-F1AD-90DD-B7EF-291F12ED6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7764" y="1399606"/>
              <a:ext cx="98617" cy="144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C5C917CF-CBF0-C807-0AED-7FF3A9358CEE}"/>
                </a:ext>
              </a:extLst>
            </p:cNvPr>
            <p:cNvSpPr/>
            <p:nvPr/>
          </p:nvSpPr>
          <p:spPr>
            <a:xfrm rot="11977567">
              <a:off x="4628069" y="1416380"/>
              <a:ext cx="32506" cy="3946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B7232C68-9CF6-7484-6905-54674B6D3894}"/>
                </a:ext>
              </a:extLst>
            </p:cNvPr>
            <p:cNvSpPr/>
            <p:nvPr/>
          </p:nvSpPr>
          <p:spPr>
            <a:xfrm rot="11977567">
              <a:off x="4564164" y="1403909"/>
              <a:ext cx="32506" cy="3946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1AD1361D-8730-7C6C-5A7B-E28E1F3AC473}"/>
                </a:ext>
              </a:extLst>
            </p:cNvPr>
            <p:cNvSpPr/>
            <p:nvPr/>
          </p:nvSpPr>
          <p:spPr>
            <a:xfrm rot="11977567">
              <a:off x="4500399" y="1348490"/>
              <a:ext cx="32506" cy="3946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1" name="Straight Arrow Connector 390">
              <a:extLst>
                <a:ext uri="{FF2B5EF4-FFF2-40B4-BE49-F238E27FC236}">
                  <a16:creationId xmlns:a16="http://schemas.microsoft.com/office/drawing/2014/main" id="{85A46D4D-9DC5-D320-AA45-50EA0E542AFF}"/>
                </a:ext>
              </a:extLst>
            </p:cNvPr>
            <p:cNvCxnSpPr>
              <a:cxnSpLocks/>
              <a:stCxn id="389" idx="5"/>
              <a:endCxn id="390" idx="2"/>
            </p:cNvCxnSpPr>
            <p:nvPr/>
          </p:nvCxnSpPr>
          <p:spPr>
            <a:xfrm rot="11977567">
              <a:off x="4528249" y="1382801"/>
              <a:ext cx="49355" cy="1485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59412AC7-C6D3-CEF1-7ACD-EA79ACA6F2A6}"/>
                </a:ext>
              </a:extLst>
            </p:cNvPr>
            <p:cNvSpPr/>
            <p:nvPr/>
          </p:nvSpPr>
          <p:spPr>
            <a:xfrm rot="14345321">
              <a:off x="4587349" y="1478325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75C7444D-0BFC-7EBD-A803-30C2A6E4F14A}"/>
                </a:ext>
              </a:extLst>
            </p:cNvPr>
            <p:cNvSpPr/>
            <p:nvPr/>
          </p:nvSpPr>
          <p:spPr>
            <a:xfrm rot="14345321">
              <a:off x="4586734" y="1305019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096D9322-57A9-EAD2-D706-0D754C22A1F1}"/>
                </a:ext>
              </a:extLst>
            </p:cNvPr>
            <p:cNvSpPr/>
            <p:nvPr/>
          </p:nvSpPr>
          <p:spPr>
            <a:xfrm rot="14345321">
              <a:off x="4488983" y="1444650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FCBC6C1C-2004-DAE2-D98C-5FC1AD267B78}"/>
                </a:ext>
              </a:extLst>
            </p:cNvPr>
            <p:cNvSpPr/>
            <p:nvPr/>
          </p:nvSpPr>
          <p:spPr>
            <a:xfrm rot="14345321">
              <a:off x="4677170" y="1452770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1C84A325-5A0F-0EB9-C1BF-E540FE813C1F}"/>
                </a:ext>
              </a:extLst>
            </p:cNvPr>
            <p:cNvSpPr/>
            <p:nvPr/>
          </p:nvSpPr>
          <p:spPr>
            <a:xfrm rot="14345321">
              <a:off x="4665005" y="1338721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7" name="Straight Arrow Connector 396">
              <a:extLst>
                <a:ext uri="{FF2B5EF4-FFF2-40B4-BE49-F238E27FC236}">
                  <a16:creationId xmlns:a16="http://schemas.microsoft.com/office/drawing/2014/main" id="{9CECD3C7-5DAA-024F-66E6-9D1DCE5F8CB6}"/>
                </a:ext>
              </a:extLst>
            </p:cNvPr>
            <p:cNvCxnSpPr>
              <a:cxnSpLocks/>
              <a:stCxn id="392" idx="6"/>
              <a:endCxn id="389" idx="1"/>
            </p:cNvCxnSpPr>
            <p:nvPr/>
          </p:nvCxnSpPr>
          <p:spPr>
            <a:xfrm rot="11977567">
              <a:off x="4581141" y="1443976"/>
              <a:ext cx="21580" cy="337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Arrow Connector 397">
              <a:extLst>
                <a:ext uri="{FF2B5EF4-FFF2-40B4-BE49-F238E27FC236}">
                  <a16:creationId xmlns:a16="http://schemas.microsoft.com/office/drawing/2014/main" id="{BF2B5E5C-91DD-5C53-F24A-81EB0533DE57}"/>
                </a:ext>
              </a:extLst>
            </p:cNvPr>
            <p:cNvCxnSpPr>
              <a:cxnSpLocks/>
              <a:stCxn id="389" idx="7"/>
              <a:endCxn id="394" idx="4"/>
            </p:cNvCxnSpPr>
            <p:nvPr/>
          </p:nvCxnSpPr>
          <p:spPr>
            <a:xfrm rot="11977567" flipV="1">
              <a:off x="4526089" y="1425153"/>
              <a:ext cx="34905" cy="3465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Arrow Connector 398">
              <a:extLst>
                <a:ext uri="{FF2B5EF4-FFF2-40B4-BE49-F238E27FC236}">
                  <a16:creationId xmlns:a16="http://schemas.microsoft.com/office/drawing/2014/main" id="{B6DE8822-9CBF-0467-4C4D-9D61FB5705A6}"/>
                </a:ext>
              </a:extLst>
            </p:cNvPr>
            <p:cNvCxnSpPr>
              <a:cxnSpLocks/>
              <a:stCxn id="389" idx="4"/>
              <a:endCxn id="393" idx="1"/>
            </p:cNvCxnSpPr>
            <p:nvPr/>
          </p:nvCxnSpPr>
          <p:spPr>
            <a:xfrm flipV="1">
              <a:off x="4586916" y="1341425"/>
              <a:ext cx="12315" cy="6368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Arrow Connector 399">
              <a:extLst>
                <a:ext uri="{FF2B5EF4-FFF2-40B4-BE49-F238E27FC236}">
                  <a16:creationId xmlns:a16="http://schemas.microsoft.com/office/drawing/2014/main" id="{80832CB0-F258-6F20-19AF-1819E333C570}"/>
                </a:ext>
              </a:extLst>
            </p:cNvPr>
            <p:cNvCxnSpPr>
              <a:cxnSpLocks/>
              <a:endCxn id="388" idx="6"/>
            </p:cNvCxnSpPr>
            <p:nvPr/>
          </p:nvCxnSpPr>
          <p:spPr>
            <a:xfrm rot="11977567" flipH="1">
              <a:off x="4599272" y="1424527"/>
              <a:ext cx="29973" cy="4187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Arrow Connector 400">
              <a:extLst>
                <a:ext uri="{FF2B5EF4-FFF2-40B4-BE49-F238E27FC236}">
                  <a16:creationId xmlns:a16="http://schemas.microsoft.com/office/drawing/2014/main" id="{81D37F25-4C4B-8842-9C19-B09DDD5DC153}"/>
                </a:ext>
              </a:extLst>
            </p:cNvPr>
            <p:cNvCxnSpPr>
              <a:cxnSpLocks/>
              <a:stCxn id="388" idx="2"/>
              <a:endCxn id="395" idx="6"/>
            </p:cNvCxnSpPr>
            <p:nvPr/>
          </p:nvCxnSpPr>
          <p:spPr>
            <a:xfrm rot="11977567" flipH="1" flipV="1">
              <a:off x="4658417" y="1447424"/>
              <a:ext cx="29537" cy="234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Arrow Connector 401">
              <a:extLst>
                <a:ext uri="{FF2B5EF4-FFF2-40B4-BE49-F238E27FC236}">
                  <a16:creationId xmlns:a16="http://schemas.microsoft.com/office/drawing/2014/main" id="{5D25671A-7B5A-EFCA-0B87-B8C50A236186}"/>
                </a:ext>
              </a:extLst>
            </p:cNvPr>
            <p:cNvCxnSpPr>
              <a:cxnSpLocks/>
              <a:stCxn id="396" idx="7"/>
              <a:endCxn id="393" idx="3"/>
            </p:cNvCxnSpPr>
            <p:nvPr/>
          </p:nvCxnSpPr>
          <p:spPr>
            <a:xfrm flipH="1" flipV="1">
              <a:off x="4620865" y="1326476"/>
              <a:ext cx="45527" cy="2691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id="{F684E90E-A6FE-DB3F-E7F9-CE0D30274A3F}"/>
                </a:ext>
              </a:extLst>
            </p:cNvPr>
            <p:cNvCxnSpPr>
              <a:cxnSpLocks/>
              <a:stCxn id="390" idx="3"/>
              <a:endCxn id="393" idx="7"/>
            </p:cNvCxnSpPr>
            <p:nvPr/>
          </p:nvCxnSpPr>
          <p:spPr>
            <a:xfrm flipV="1">
              <a:off x="4532152" y="1319603"/>
              <a:ext cx="55528" cy="3935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2864AF2-49B7-A07A-67B2-7BA4CCD8215B}"/>
                </a:ext>
              </a:extLst>
            </p:cNvPr>
            <p:cNvSpPr txBox="1"/>
            <p:nvPr/>
          </p:nvSpPr>
          <p:spPr>
            <a:xfrm>
              <a:off x="4992819" y="908958"/>
              <a:ext cx="32733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NSF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95C793F-1602-BF03-558B-60357139EF3F}"/>
                </a:ext>
              </a:extLst>
            </p:cNvPr>
            <p:cNvSpPr txBox="1"/>
            <p:nvPr/>
          </p:nvSpPr>
          <p:spPr>
            <a:xfrm>
              <a:off x="3921518" y="896644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MSF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AA8D931-48F7-B75A-17D2-430B787F881B}"/>
                </a:ext>
              </a:extLst>
            </p:cNvPr>
            <p:cNvSpPr txBox="1"/>
            <p:nvPr/>
          </p:nvSpPr>
          <p:spPr>
            <a:xfrm>
              <a:off x="4983390" y="1795968"/>
              <a:ext cx="32092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TEF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7A35A002-3037-4465-93B7-A89607FB25EB}"/>
                </a:ext>
              </a:extLst>
            </p:cNvPr>
            <p:cNvSpPr/>
            <p:nvPr/>
          </p:nvSpPr>
          <p:spPr>
            <a:xfrm>
              <a:off x="5362736" y="1554188"/>
              <a:ext cx="142027" cy="60246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CN" sz="6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</a:t>
              </a:r>
            </a:p>
          </p:txBody>
        </p:sp>
        <p:cxnSp>
          <p:nvCxnSpPr>
            <p:cNvPr id="142" name="Elbow Connector 141">
              <a:extLst>
                <a:ext uri="{FF2B5EF4-FFF2-40B4-BE49-F238E27FC236}">
                  <a16:creationId xmlns:a16="http://schemas.microsoft.com/office/drawing/2014/main" id="{0B8F0747-BA85-C687-0854-D9946D64E89A}"/>
                </a:ext>
              </a:extLst>
            </p:cNvPr>
            <p:cNvCxnSpPr>
              <a:cxnSpLocks/>
              <a:stCxn id="159" idx="1"/>
              <a:endCxn id="141" idx="0"/>
            </p:cNvCxnSpPr>
            <p:nvPr/>
          </p:nvCxnSpPr>
          <p:spPr>
            <a:xfrm>
              <a:off x="5215107" y="1390231"/>
              <a:ext cx="218643" cy="163952"/>
            </a:xfrm>
            <a:prstGeom prst="bentConnector2">
              <a:avLst/>
            </a:prstGeom>
            <a:ln w="6350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Elbow Connector 142">
              <a:extLst>
                <a:ext uri="{FF2B5EF4-FFF2-40B4-BE49-F238E27FC236}">
                  <a16:creationId xmlns:a16="http://schemas.microsoft.com/office/drawing/2014/main" id="{2A4A3876-A4D8-0EAB-03A0-F4B812EF1E3E}"/>
                </a:ext>
              </a:extLst>
            </p:cNvPr>
            <p:cNvCxnSpPr>
              <a:cxnSpLocks/>
              <a:stCxn id="160" idx="1"/>
              <a:endCxn id="141" idx="2"/>
            </p:cNvCxnSpPr>
            <p:nvPr/>
          </p:nvCxnSpPr>
          <p:spPr>
            <a:xfrm flipV="1">
              <a:off x="5214956" y="2156645"/>
              <a:ext cx="218788" cy="140322"/>
            </a:xfrm>
            <a:prstGeom prst="bentConnector2">
              <a:avLst/>
            </a:prstGeom>
            <a:ln w="6350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455601F5-BFA5-BB98-BDEE-CE6B6CF1B368}"/>
                </a:ext>
              </a:extLst>
            </p:cNvPr>
            <p:cNvCxnSpPr>
              <a:cxnSpLocks/>
              <a:stCxn id="141" idx="3"/>
              <a:endCxn id="161" idx="3"/>
            </p:cNvCxnSpPr>
            <p:nvPr/>
          </p:nvCxnSpPr>
          <p:spPr>
            <a:xfrm>
              <a:off x="5504758" y="1855414"/>
              <a:ext cx="106260" cy="1120"/>
            </a:xfrm>
            <a:prstGeom prst="straightConnector1">
              <a:avLst/>
            </a:prstGeom>
            <a:ln w="6350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CA5257B-7F1B-5E5A-0AD5-A2136E4D8341}"/>
                </a:ext>
              </a:extLst>
            </p:cNvPr>
            <p:cNvSpPr txBox="1"/>
            <p:nvPr/>
          </p:nvSpPr>
          <p:spPr>
            <a:xfrm>
              <a:off x="4279408" y="1958157"/>
              <a:ext cx="630301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5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5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-</a:t>
              </a:r>
              <a:r>
                <a:rPr lang="en-US" sz="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5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…, </a:t>
              </a:r>
              <a:r>
                <a:rPr lang="en-US" sz="5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5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)]</a:t>
              </a:r>
              <a:endParaRPr lang="en-CN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DD8E702B-10A9-8FC2-52E2-DA3714EB8B31}"/>
                </a:ext>
              </a:extLst>
            </p:cNvPr>
            <p:cNvSpPr/>
            <p:nvPr/>
          </p:nvSpPr>
          <p:spPr>
            <a:xfrm>
              <a:off x="4883545" y="2115977"/>
              <a:ext cx="82265" cy="3589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TLSTM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8ED077C-322A-41FD-AFE9-AF88F6410501}"/>
                </a:ext>
              </a:extLst>
            </p:cNvPr>
            <p:cNvSpPr txBox="1"/>
            <p:nvPr/>
          </p:nvSpPr>
          <p:spPr>
            <a:xfrm>
              <a:off x="4194801" y="939778"/>
              <a:ext cx="81464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Evolved GAT Layer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3FD6005E-FF60-3D18-71A5-FA19A8343284}"/>
                </a:ext>
              </a:extLst>
            </p:cNvPr>
            <p:cNvSpPr/>
            <p:nvPr/>
          </p:nvSpPr>
          <p:spPr>
            <a:xfrm>
              <a:off x="4349038" y="1238414"/>
              <a:ext cx="499238" cy="3806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isometricOffAxis1Left"/>
              <a:lightRig rig="balanced" dir="t"/>
            </a:scene3d>
            <a:sp3d>
              <a:bevelT w="0" h="6350" prst="relaxedInset"/>
              <a:bevelB w="133350" h="889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0176D9FF-3A8A-E9CB-1DA8-F055182DA1D7}"/>
                </a:ext>
              </a:extLst>
            </p:cNvPr>
            <p:cNvSpPr/>
            <p:nvPr/>
          </p:nvSpPr>
          <p:spPr>
            <a:xfrm>
              <a:off x="4157112" y="1245567"/>
              <a:ext cx="499238" cy="3806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isometricOffAxis1Left"/>
              <a:lightRig rig="balanced" dir="t"/>
            </a:scene3d>
            <a:sp3d>
              <a:bevelT w="0" h="6350" prst="relaxedInset"/>
              <a:bevelB w="133350" h="889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A5B268AB-47D9-43F1-7F7D-2F6CCFD45AB4}"/>
                </a:ext>
              </a:extLst>
            </p:cNvPr>
            <p:cNvSpPr/>
            <p:nvPr/>
          </p:nvSpPr>
          <p:spPr>
            <a:xfrm rot="11977567">
              <a:off x="4437771" y="1433381"/>
              <a:ext cx="32506" cy="3946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DF5C5AB8-5B51-FEA4-6F06-30785D9E4D7A}"/>
                </a:ext>
              </a:extLst>
            </p:cNvPr>
            <p:cNvSpPr/>
            <p:nvPr/>
          </p:nvSpPr>
          <p:spPr>
            <a:xfrm rot="11977567">
              <a:off x="4373866" y="1420910"/>
              <a:ext cx="32506" cy="3946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ED4BEF6B-7B32-69C6-A081-74F59E04891D}"/>
                </a:ext>
              </a:extLst>
            </p:cNvPr>
            <p:cNvSpPr/>
            <p:nvPr/>
          </p:nvSpPr>
          <p:spPr>
            <a:xfrm rot="11977567">
              <a:off x="4310101" y="1365491"/>
              <a:ext cx="32506" cy="3946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F69C2C00-746D-94B4-F5F2-2067EC220986}"/>
                </a:ext>
              </a:extLst>
            </p:cNvPr>
            <p:cNvCxnSpPr>
              <a:cxnSpLocks/>
              <a:stCxn id="373" idx="5"/>
              <a:endCxn id="374" idx="2"/>
            </p:cNvCxnSpPr>
            <p:nvPr/>
          </p:nvCxnSpPr>
          <p:spPr>
            <a:xfrm rot="11977567">
              <a:off x="4337951" y="1399802"/>
              <a:ext cx="49355" cy="1485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FBBCB262-9831-A062-5DAD-C362AF551FCA}"/>
                </a:ext>
              </a:extLst>
            </p:cNvPr>
            <p:cNvSpPr/>
            <p:nvPr/>
          </p:nvSpPr>
          <p:spPr>
            <a:xfrm rot="14345321">
              <a:off x="4397051" y="1495326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AE3E6D56-40B5-9508-2AD0-5135E3A28698}"/>
                </a:ext>
              </a:extLst>
            </p:cNvPr>
            <p:cNvSpPr/>
            <p:nvPr/>
          </p:nvSpPr>
          <p:spPr>
            <a:xfrm rot="14345321">
              <a:off x="4396436" y="1322020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5A2A6F3-C2B1-DB42-15C1-65775CBB5DF6}"/>
                </a:ext>
              </a:extLst>
            </p:cNvPr>
            <p:cNvSpPr/>
            <p:nvPr/>
          </p:nvSpPr>
          <p:spPr>
            <a:xfrm rot="14345321">
              <a:off x="4298685" y="1461651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293E33D7-B5D4-2430-24BF-7CE5BFF62C13}"/>
                </a:ext>
              </a:extLst>
            </p:cNvPr>
            <p:cNvSpPr/>
            <p:nvPr/>
          </p:nvSpPr>
          <p:spPr>
            <a:xfrm rot="14345321">
              <a:off x="4486872" y="1469771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282B90A9-1049-D3D7-E2ED-DEF84FE48C4E}"/>
                </a:ext>
              </a:extLst>
            </p:cNvPr>
            <p:cNvSpPr/>
            <p:nvPr/>
          </p:nvSpPr>
          <p:spPr>
            <a:xfrm rot="14345321">
              <a:off x="4474707" y="1355722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1" name="Straight Arrow Connector 380">
              <a:extLst>
                <a:ext uri="{FF2B5EF4-FFF2-40B4-BE49-F238E27FC236}">
                  <a16:creationId xmlns:a16="http://schemas.microsoft.com/office/drawing/2014/main" id="{9ADEB30C-DE48-0B20-E9E0-81585EBEFA8C}"/>
                </a:ext>
              </a:extLst>
            </p:cNvPr>
            <p:cNvCxnSpPr>
              <a:cxnSpLocks/>
              <a:stCxn id="376" idx="6"/>
              <a:endCxn id="373" idx="1"/>
            </p:cNvCxnSpPr>
            <p:nvPr/>
          </p:nvCxnSpPr>
          <p:spPr>
            <a:xfrm rot="11977567">
              <a:off x="4390843" y="1460977"/>
              <a:ext cx="21580" cy="337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Arrow Connector 381">
              <a:extLst>
                <a:ext uri="{FF2B5EF4-FFF2-40B4-BE49-F238E27FC236}">
                  <a16:creationId xmlns:a16="http://schemas.microsoft.com/office/drawing/2014/main" id="{9D66AB92-7515-F4CD-F890-26A2E91401C7}"/>
                </a:ext>
              </a:extLst>
            </p:cNvPr>
            <p:cNvCxnSpPr>
              <a:cxnSpLocks/>
              <a:stCxn id="373" idx="7"/>
              <a:endCxn id="378" idx="4"/>
            </p:cNvCxnSpPr>
            <p:nvPr/>
          </p:nvCxnSpPr>
          <p:spPr>
            <a:xfrm rot="11977567" flipV="1">
              <a:off x="4335791" y="1442154"/>
              <a:ext cx="34905" cy="3465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269201B8-C6E4-8D21-1D55-210BF5700EA0}"/>
                </a:ext>
              </a:extLst>
            </p:cNvPr>
            <p:cNvCxnSpPr>
              <a:cxnSpLocks/>
              <a:stCxn id="373" idx="4"/>
              <a:endCxn id="377" idx="1"/>
            </p:cNvCxnSpPr>
            <p:nvPr/>
          </p:nvCxnSpPr>
          <p:spPr>
            <a:xfrm flipV="1">
              <a:off x="4396618" y="1358426"/>
              <a:ext cx="12315" cy="6368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Arrow Connector 383">
              <a:extLst>
                <a:ext uri="{FF2B5EF4-FFF2-40B4-BE49-F238E27FC236}">
                  <a16:creationId xmlns:a16="http://schemas.microsoft.com/office/drawing/2014/main" id="{358FD417-7645-64EE-F23E-C46CFDCDB398}"/>
                </a:ext>
              </a:extLst>
            </p:cNvPr>
            <p:cNvCxnSpPr>
              <a:cxnSpLocks/>
              <a:endCxn id="372" idx="6"/>
            </p:cNvCxnSpPr>
            <p:nvPr/>
          </p:nvCxnSpPr>
          <p:spPr>
            <a:xfrm rot="11977567" flipH="1">
              <a:off x="4408974" y="1441528"/>
              <a:ext cx="29973" cy="4187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Arrow Connector 384">
              <a:extLst>
                <a:ext uri="{FF2B5EF4-FFF2-40B4-BE49-F238E27FC236}">
                  <a16:creationId xmlns:a16="http://schemas.microsoft.com/office/drawing/2014/main" id="{D46D5CBC-CC6E-ACC2-940B-E032C188CF25}"/>
                </a:ext>
              </a:extLst>
            </p:cNvPr>
            <p:cNvCxnSpPr>
              <a:cxnSpLocks/>
              <a:stCxn id="372" idx="2"/>
              <a:endCxn id="379" idx="6"/>
            </p:cNvCxnSpPr>
            <p:nvPr/>
          </p:nvCxnSpPr>
          <p:spPr>
            <a:xfrm rot="11977567" flipH="1" flipV="1">
              <a:off x="4468119" y="1464425"/>
              <a:ext cx="29537" cy="234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Arrow Connector 385">
              <a:extLst>
                <a:ext uri="{FF2B5EF4-FFF2-40B4-BE49-F238E27FC236}">
                  <a16:creationId xmlns:a16="http://schemas.microsoft.com/office/drawing/2014/main" id="{58F1C3CD-EE87-FD32-1D1D-F3165B713D13}"/>
                </a:ext>
              </a:extLst>
            </p:cNvPr>
            <p:cNvCxnSpPr>
              <a:cxnSpLocks/>
              <a:stCxn id="380" idx="7"/>
              <a:endCxn id="377" idx="3"/>
            </p:cNvCxnSpPr>
            <p:nvPr/>
          </p:nvCxnSpPr>
          <p:spPr>
            <a:xfrm flipH="1" flipV="1">
              <a:off x="4430567" y="1343477"/>
              <a:ext cx="45527" cy="2691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Arrow Connector 386">
              <a:extLst>
                <a:ext uri="{FF2B5EF4-FFF2-40B4-BE49-F238E27FC236}">
                  <a16:creationId xmlns:a16="http://schemas.microsoft.com/office/drawing/2014/main" id="{846F65BE-E8DB-4F8D-A473-06432B4C76CF}"/>
                </a:ext>
              </a:extLst>
            </p:cNvPr>
            <p:cNvCxnSpPr>
              <a:cxnSpLocks/>
              <a:stCxn id="374" idx="3"/>
              <a:endCxn id="377" idx="7"/>
            </p:cNvCxnSpPr>
            <p:nvPr/>
          </p:nvCxnSpPr>
          <p:spPr>
            <a:xfrm flipV="1">
              <a:off x="4341854" y="1336604"/>
              <a:ext cx="55528" cy="3935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E7A2ADD1-593C-B89C-611A-A62481209A9F}"/>
                </a:ext>
              </a:extLst>
            </p:cNvPr>
            <p:cNvSpPr/>
            <p:nvPr/>
          </p:nvSpPr>
          <p:spPr>
            <a:xfrm rot="11977567">
              <a:off x="4640753" y="1450637"/>
              <a:ext cx="32506" cy="3946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1A7C94AC-B083-9A02-E0C4-51F7B0014921}"/>
                </a:ext>
              </a:extLst>
            </p:cNvPr>
            <p:cNvSpPr/>
            <p:nvPr/>
          </p:nvSpPr>
          <p:spPr>
            <a:xfrm rot="11977567">
              <a:off x="4576848" y="1438166"/>
              <a:ext cx="32506" cy="3946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367EE1DA-73AC-8221-20DF-7C1AAFF3D99E}"/>
                </a:ext>
              </a:extLst>
            </p:cNvPr>
            <p:cNvSpPr/>
            <p:nvPr/>
          </p:nvSpPr>
          <p:spPr>
            <a:xfrm rot="11977567">
              <a:off x="4513083" y="1382747"/>
              <a:ext cx="32506" cy="3946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9" name="Straight Arrow Connector 358">
              <a:extLst>
                <a:ext uri="{FF2B5EF4-FFF2-40B4-BE49-F238E27FC236}">
                  <a16:creationId xmlns:a16="http://schemas.microsoft.com/office/drawing/2014/main" id="{B37C5269-369C-C9DD-744E-AC0B8F364C49}"/>
                </a:ext>
              </a:extLst>
            </p:cNvPr>
            <p:cNvCxnSpPr>
              <a:cxnSpLocks/>
              <a:stCxn id="180" idx="5"/>
              <a:endCxn id="358" idx="2"/>
            </p:cNvCxnSpPr>
            <p:nvPr/>
          </p:nvCxnSpPr>
          <p:spPr>
            <a:xfrm rot="11977567">
              <a:off x="4540933" y="1417058"/>
              <a:ext cx="49355" cy="1485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59D83BD1-4F94-97C4-6589-A74F78FF0AFD}"/>
                </a:ext>
              </a:extLst>
            </p:cNvPr>
            <p:cNvSpPr/>
            <p:nvPr/>
          </p:nvSpPr>
          <p:spPr>
            <a:xfrm rot="14345321">
              <a:off x="4600033" y="1512582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0490D43D-EA4D-F94F-77E9-86EFFEAA884C}"/>
                </a:ext>
              </a:extLst>
            </p:cNvPr>
            <p:cNvSpPr/>
            <p:nvPr/>
          </p:nvSpPr>
          <p:spPr>
            <a:xfrm rot="14345321">
              <a:off x="4599418" y="1339276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D2B3F4E4-1ADC-31FA-44CB-A02B2E7E23A1}"/>
                </a:ext>
              </a:extLst>
            </p:cNvPr>
            <p:cNvSpPr/>
            <p:nvPr/>
          </p:nvSpPr>
          <p:spPr>
            <a:xfrm rot="14345321">
              <a:off x="4501667" y="1478907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63863B0F-1BCD-859C-6C4D-E125DBE3179A}"/>
                </a:ext>
              </a:extLst>
            </p:cNvPr>
            <p:cNvSpPr/>
            <p:nvPr/>
          </p:nvSpPr>
          <p:spPr>
            <a:xfrm rot="14345321">
              <a:off x="4689854" y="1487027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41CEBDBA-C6CE-9088-23C7-9B2953DC2D8A}"/>
                </a:ext>
              </a:extLst>
            </p:cNvPr>
            <p:cNvSpPr/>
            <p:nvPr/>
          </p:nvSpPr>
          <p:spPr>
            <a:xfrm rot="14345321">
              <a:off x="4677689" y="1372978"/>
              <a:ext cx="35508" cy="3612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5" name="Straight Arrow Connector 364">
              <a:extLst>
                <a:ext uri="{FF2B5EF4-FFF2-40B4-BE49-F238E27FC236}">
                  <a16:creationId xmlns:a16="http://schemas.microsoft.com/office/drawing/2014/main" id="{BE05FC99-0C31-C26C-B2B4-EDE73E6E230A}"/>
                </a:ext>
              </a:extLst>
            </p:cNvPr>
            <p:cNvCxnSpPr>
              <a:cxnSpLocks/>
              <a:stCxn id="360" idx="6"/>
              <a:endCxn id="180" idx="1"/>
            </p:cNvCxnSpPr>
            <p:nvPr/>
          </p:nvCxnSpPr>
          <p:spPr>
            <a:xfrm rot="11977567">
              <a:off x="4593825" y="1478233"/>
              <a:ext cx="21580" cy="337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0BD01EFD-1329-E3C3-6FA3-2335D16BA56A}"/>
                </a:ext>
              </a:extLst>
            </p:cNvPr>
            <p:cNvCxnSpPr>
              <a:cxnSpLocks/>
              <a:stCxn id="180" idx="7"/>
              <a:endCxn id="362" idx="4"/>
            </p:cNvCxnSpPr>
            <p:nvPr/>
          </p:nvCxnSpPr>
          <p:spPr>
            <a:xfrm rot="11977567" flipV="1">
              <a:off x="4538773" y="1459410"/>
              <a:ext cx="34905" cy="3465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BFA3F6AE-319D-7478-3A41-14BFFB32E98D}"/>
                </a:ext>
              </a:extLst>
            </p:cNvPr>
            <p:cNvCxnSpPr>
              <a:cxnSpLocks/>
              <a:stCxn id="180" idx="4"/>
              <a:endCxn id="361" idx="1"/>
            </p:cNvCxnSpPr>
            <p:nvPr/>
          </p:nvCxnSpPr>
          <p:spPr>
            <a:xfrm flipV="1">
              <a:off x="4599600" y="1375682"/>
              <a:ext cx="12315" cy="6368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Arrow Connector 367">
              <a:extLst>
                <a:ext uri="{FF2B5EF4-FFF2-40B4-BE49-F238E27FC236}">
                  <a16:creationId xmlns:a16="http://schemas.microsoft.com/office/drawing/2014/main" id="{5F63E5B6-6955-EE3A-B7E0-9813B3C318CB}"/>
                </a:ext>
              </a:extLst>
            </p:cNvPr>
            <p:cNvCxnSpPr>
              <a:cxnSpLocks/>
              <a:endCxn id="179" idx="6"/>
            </p:cNvCxnSpPr>
            <p:nvPr/>
          </p:nvCxnSpPr>
          <p:spPr>
            <a:xfrm rot="11977567" flipH="1">
              <a:off x="4611956" y="1458784"/>
              <a:ext cx="29973" cy="4187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Arrow Connector 368">
              <a:extLst>
                <a:ext uri="{FF2B5EF4-FFF2-40B4-BE49-F238E27FC236}">
                  <a16:creationId xmlns:a16="http://schemas.microsoft.com/office/drawing/2014/main" id="{3DD88DDB-A6B5-FAF8-5E53-735EEA883B3B}"/>
                </a:ext>
              </a:extLst>
            </p:cNvPr>
            <p:cNvCxnSpPr>
              <a:cxnSpLocks/>
              <a:stCxn id="179" idx="2"/>
              <a:endCxn id="363" idx="6"/>
            </p:cNvCxnSpPr>
            <p:nvPr/>
          </p:nvCxnSpPr>
          <p:spPr>
            <a:xfrm rot="11977567" flipH="1" flipV="1">
              <a:off x="4671101" y="1481681"/>
              <a:ext cx="29537" cy="234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99DB0AD0-3C36-E21A-3FBB-3BAFC9973F3A}"/>
                </a:ext>
              </a:extLst>
            </p:cNvPr>
            <p:cNvCxnSpPr>
              <a:cxnSpLocks/>
              <a:stCxn id="364" idx="7"/>
              <a:endCxn id="361" idx="3"/>
            </p:cNvCxnSpPr>
            <p:nvPr/>
          </p:nvCxnSpPr>
          <p:spPr>
            <a:xfrm flipH="1" flipV="1">
              <a:off x="4633549" y="1360733"/>
              <a:ext cx="45527" cy="2691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Arrow Connector 370">
              <a:extLst>
                <a:ext uri="{FF2B5EF4-FFF2-40B4-BE49-F238E27FC236}">
                  <a16:creationId xmlns:a16="http://schemas.microsoft.com/office/drawing/2014/main" id="{EBF0841E-2CB8-0FD1-CCED-CD8F1B9B545C}"/>
                </a:ext>
              </a:extLst>
            </p:cNvPr>
            <p:cNvCxnSpPr>
              <a:cxnSpLocks/>
              <a:stCxn id="358" idx="3"/>
              <a:endCxn id="361" idx="7"/>
            </p:cNvCxnSpPr>
            <p:nvPr/>
          </p:nvCxnSpPr>
          <p:spPr>
            <a:xfrm flipV="1">
              <a:off x="4544836" y="1353860"/>
              <a:ext cx="55528" cy="3935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9D8F7E95-0963-5AEB-CD0A-8533BDB41B1B}"/>
                </a:ext>
              </a:extLst>
            </p:cNvPr>
            <p:cNvCxnSpPr>
              <a:cxnSpLocks/>
              <a:endCxn id="159" idx="3"/>
            </p:cNvCxnSpPr>
            <p:nvPr/>
          </p:nvCxnSpPr>
          <p:spPr>
            <a:xfrm flipV="1">
              <a:off x="4961527" y="1390237"/>
              <a:ext cx="135883" cy="80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CB72E776-C307-AFD0-22B8-AAEB7B23C835}"/>
                </a:ext>
              </a:extLst>
            </p:cNvPr>
            <p:cNvCxnSpPr>
              <a:cxnSpLocks/>
              <a:stCxn id="146" idx="3"/>
              <a:endCxn id="160" idx="3"/>
            </p:cNvCxnSpPr>
            <p:nvPr/>
          </p:nvCxnSpPr>
          <p:spPr>
            <a:xfrm>
              <a:off x="4965810" y="2295465"/>
              <a:ext cx="125385" cy="150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F4773036-8371-A28A-DF4E-C54F9442C47D}"/>
                </a:ext>
              </a:extLst>
            </p:cNvPr>
            <p:cNvCxnSpPr>
              <a:cxnSpLocks/>
              <a:endCxn id="156" idx="1"/>
            </p:cNvCxnSpPr>
            <p:nvPr/>
          </p:nvCxnSpPr>
          <p:spPr>
            <a:xfrm flipV="1">
              <a:off x="4239261" y="2295465"/>
              <a:ext cx="157649" cy="6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B46A413F-609C-5350-6B6B-9793255B499E}"/>
                </a:ext>
              </a:extLst>
            </p:cNvPr>
            <p:cNvCxnSpPr>
              <a:cxnSpLocks/>
              <a:stCxn id="156" idx="3"/>
              <a:endCxn id="146" idx="1"/>
            </p:cNvCxnSpPr>
            <p:nvPr/>
          </p:nvCxnSpPr>
          <p:spPr>
            <a:xfrm>
              <a:off x="4751222" y="2295465"/>
              <a:ext cx="132323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6" name="Graphic 155">
              <a:extLst>
                <a:ext uri="{FF2B5EF4-FFF2-40B4-BE49-F238E27FC236}">
                  <a16:creationId xmlns:a16="http://schemas.microsoft.com/office/drawing/2014/main" id="{FDA76916-A8B3-8919-9FAB-6B0A79976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96905" y="2110399"/>
              <a:ext cx="354312" cy="370132"/>
            </a:xfrm>
            <a:prstGeom prst="rect">
              <a:avLst/>
            </a:prstGeom>
          </p:spPr>
        </p:pic>
        <p:pic>
          <p:nvPicPr>
            <p:cNvPr id="158" name="Graphic 157">
              <a:extLst>
                <a:ext uri="{FF2B5EF4-FFF2-40B4-BE49-F238E27FC236}">
                  <a16:creationId xmlns:a16="http://schemas.microsoft.com/office/drawing/2014/main" id="{34D2323C-D433-F536-C530-8CD4CFCFF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34471" y="1062350"/>
              <a:ext cx="117697" cy="662613"/>
            </a:xfrm>
            <a:prstGeom prst="rect">
              <a:avLst/>
            </a:prstGeom>
          </p:spPr>
        </p:pic>
        <p:pic>
          <p:nvPicPr>
            <p:cNvPr id="159" name="Graphic 158">
              <a:extLst>
                <a:ext uri="{FF2B5EF4-FFF2-40B4-BE49-F238E27FC236}">
                  <a16:creationId xmlns:a16="http://schemas.microsoft.com/office/drawing/2014/main" id="{CAACC78D-D2F3-B1F4-6FC3-403808DA0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5097410" y="1058930"/>
              <a:ext cx="117697" cy="662613"/>
            </a:xfrm>
            <a:prstGeom prst="rect">
              <a:avLst/>
            </a:prstGeom>
          </p:spPr>
        </p:pic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93AFEDA2-A462-7ADD-EC65-FA18924E2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5091194" y="1948579"/>
              <a:ext cx="123767" cy="696785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386FCF91-3233-1387-935C-4CEC2FCA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5611018" y="1508527"/>
              <a:ext cx="123630" cy="696014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BD62E15-59FA-847A-B52B-87A0879C0F94}"/>
                </a:ext>
              </a:extLst>
            </p:cNvPr>
            <p:cNvSpPr txBox="1"/>
            <p:nvPr/>
          </p:nvSpPr>
          <p:spPr>
            <a:xfrm>
              <a:off x="4430662" y="1555807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</a:t>
              </a:r>
              <a:endParaRPr lang="en-US" altLang="zh-CN" sz="6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(transaction</a:t>
              </a:r>
              <a:r>
                <a:rPr lang="zh-CN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amount)</a:t>
              </a:r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1BF4519-3326-FCA1-2A61-F22805DC5F32}"/>
                </a:ext>
              </a:extLst>
            </p:cNvPr>
            <p:cNvSpPr txBox="1"/>
            <p:nvPr/>
          </p:nvSpPr>
          <p:spPr>
            <a:xfrm>
              <a:off x="4223696" y="1561236"/>
              <a:ext cx="3898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</a:p>
          </p:txBody>
        </p:sp>
        <p:sp>
          <p:nvSpPr>
            <p:cNvPr id="133" name="Right Brace 132">
              <a:extLst>
                <a:ext uri="{FF2B5EF4-FFF2-40B4-BE49-F238E27FC236}">
                  <a16:creationId xmlns:a16="http://schemas.microsoft.com/office/drawing/2014/main" id="{C71DEA1D-95CC-9929-47AE-EF6E4AABB72B}"/>
                </a:ext>
              </a:extLst>
            </p:cNvPr>
            <p:cNvSpPr/>
            <p:nvPr/>
          </p:nvSpPr>
          <p:spPr>
            <a:xfrm rot="16200000">
              <a:off x="4580277" y="799517"/>
              <a:ext cx="73414" cy="640108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5" name="Group 524">
              <a:extLst>
                <a:ext uri="{FF2B5EF4-FFF2-40B4-BE49-F238E27FC236}">
                  <a16:creationId xmlns:a16="http://schemas.microsoft.com/office/drawing/2014/main" id="{92A1078F-54BA-F312-4CA6-E4A067D08018}"/>
                </a:ext>
              </a:extLst>
            </p:cNvPr>
            <p:cNvGrpSpPr/>
            <p:nvPr/>
          </p:nvGrpSpPr>
          <p:grpSpPr>
            <a:xfrm>
              <a:off x="4254735" y="957034"/>
              <a:ext cx="3580747" cy="1697347"/>
              <a:chOff x="3148246" y="3478911"/>
              <a:chExt cx="3580747" cy="1697347"/>
            </a:xfrm>
          </p:grpSpPr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F08D2204-7AEC-D423-D824-4DDF988A33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8246" y="5077039"/>
                <a:ext cx="56017" cy="99219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7" name="Oval 406">
                <a:extLst>
                  <a:ext uri="{FF2B5EF4-FFF2-40B4-BE49-F238E27FC236}">
                    <a16:creationId xmlns:a16="http://schemas.microsoft.com/office/drawing/2014/main" id="{7ACD4E18-D0EB-2011-A3B1-5EBAE7580173}"/>
                  </a:ext>
                </a:extLst>
              </p:cNvPr>
              <p:cNvSpPr/>
              <p:nvPr/>
            </p:nvSpPr>
            <p:spPr>
              <a:xfrm rot="16200000">
                <a:off x="5913823" y="4211763"/>
                <a:ext cx="77725" cy="7510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8" name="Oval 407">
                <a:extLst>
                  <a:ext uri="{FF2B5EF4-FFF2-40B4-BE49-F238E27FC236}">
                    <a16:creationId xmlns:a16="http://schemas.microsoft.com/office/drawing/2014/main" id="{A1F99D44-B404-9B52-3839-1FCD71143BE8}"/>
                  </a:ext>
                </a:extLst>
              </p:cNvPr>
              <p:cNvSpPr/>
              <p:nvPr/>
            </p:nvSpPr>
            <p:spPr>
              <a:xfrm rot="16200000">
                <a:off x="5876017" y="3960273"/>
                <a:ext cx="77725" cy="75106"/>
              </a:xfrm>
              <a:prstGeom prst="ellipse">
                <a:avLst/>
              </a:prstGeom>
              <a:solidFill>
                <a:srgbClr val="65095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4E615E12-2C6F-009E-D656-86833393A4E3}"/>
                  </a:ext>
                </a:extLst>
              </p:cNvPr>
              <p:cNvSpPr/>
              <p:nvPr/>
            </p:nvSpPr>
            <p:spPr>
              <a:xfrm rot="16200000">
                <a:off x="5972968" y="3723093"/>
                <a:ext cx="77725" cy="75106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10" name="Straight Arrow Connector 409">
                <a:extLst>
                  <a:ext uri="{FF2B5EF4-FFF2-40B4-BE49-F238E27FC236}">
                    <a16:creationId xmlns:a16="http://schemas.microsoft.com/office/drawing/2014/main" id="{89AD16DC-2420-A78D-720A-B6D2B460DBC1}"/>
                  </a:ext>
                </a:extLst>
              </p:cNvPr>
              <p:cNvCxnSpPr>
                <a:cxnSpLocks/>
                <a:stCxn id="452" idx="5"/>
                <a:endCxn id="408" idx="0"/>
              </p:cNvCxnSpPr>
              <p:nvPr/>
            </p:nvCxnSpPr>
            <p:spPr>
              <a:xfrm flipV="1">
                <a:off x="5699138" y="3997826"/>
                <a:ext cx="178188" cy="86282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Arrow Connector 410">
                <a:extLst>
                  <a:ext uri="{FF2B5EF4-FFF2-40B4-BE49-F238E27FC236}">
                    <a16:creationId xmlns:a16="http://schemas.microsoft.com/office/drawing/2014/main" id="{3DCA67FF-2A8A-E786-F867-8D6D6CB11CCC}"/>
                  </a:ext>
                </a:extLst>
              </p:cNvPr>
              <p:cNvCxnSpPr>
                <a:cxnSpLocks/>
                <a:stCxn id="407" idx="6"/>
                <a:endCxn id="408" idx="2"/>
              </p:cNvCxnSpPr>
              <p:nvPr/>
            </p:nvCxnSpPr>
            <p:spPr>
              <a:xfrm flipH="1" flipV="1">
                <a:off x="5914880" y="4036688"/>
                <a:ext cx="37806" cy="1737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Arrow Connector 411">
                <a:extLst>
                  <a:ext uri="{FF2B5EF4-FFF2-40B4-BE49-F238E27FC236}">
                    <a16:creationId xmlns:a16="http://schemas.microsoft.com/office/drawing/2014/main" id="{811F4B74-0022-6D15-8358-972504FCD984}"/>
                  </a:ext>
                </a:extLst>
              </p:cNvPr>
              <p:cNvCxnSpPr>
                <a:cxnSpLocks/>
                <a:stCxn id="408" idx="4"/>
                <a:endCxn id="424" idx="1"/>
              </p:cNvCxnSpPr>
              <p:nvPr/>
            </p:nvCxnSpPr>
            <p:spPr>
              <a:xfrm>
                <a:off x="5952432" y="3997826"/>
                <a:ext cx="216607" cy="21315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Arrow Connector 412">
                <a:extLst>
                  <a:ext uri="{FF2B5EF4-FFF2-40B4-BE49-F238E27FC236}">
                    <a16:creationId xmlns:a16="http://schemas.microsoft.com/office/drawing/2014/main" id="{A1CC6E6E-A03A-DEBA-C5CE-29F7607A6D7E}"/>
                  </a:ext>
                </a:extLst>
              </p:cNvPr>
              <p:cNvCxnSpPr>
                <a:cxnSpLocks/>
                <a:stCxn id="450" idx="4"/>
                <a:endCxn id="408" idx="7"/>
              </p:cNvCxnSpPr>
              <p:nvPr/>
            </p:nvCxnSpPr>
            <p:spPr>
              <a:xfrm>
                <a:off x="5741052" y="3872201"/>
                <a:ext cx="147274" cy="9814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Arrow Connector 413">
                <a:extLst>
                  <a:ext uri="{FF2B5EF4-FFF2-40B4-BE49-F238E27FC236}">
                    <a16:creationId xmlns:a16="http://schemas.microsoft.com/office/drawing/2014/main" id="{5AD3C989-20BD-C25D-AF58-97FB0411592B}"/>
                  </a:ext>
                </a:extLst>
              </p:cNvPr>
              <p:cNvCxnSpPr>
                <a:cxnSpLocks/>
                <a:stCxn id="408" idx="5"/>
                <a:endCxn id="409" idx="2"/>
              </p:cNvCxnSpPr>
              <p:nvPr/>
            </p:nvCxnSpPr>
            <p:spPr>
              <a:xfrm flipV="1">
                <a:off x="5941434" y="3799508"/>
                <a:ext cx="70397" cy="170838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5" name="Oval 414">
                <a:extLst>
                  <a:ext uri="{FF2B5EF4-FFF2-40B4-BE49-F238E27FC236}">
                    <a16:creationId xmlns:a16="http://schemas.microsoft.com/office/drawing/2014/main" id="{41A7977C-A0A5-C701-2362-8DF7CCB78960}"/>
                  </a:ext>
                </a:extLst>
              </p:cNvPr>
              <p:cNvSpPr/>
              <p:nvPr/>
            </p:nvSpPr>
            <p:spPr>
              <a:xfrm rot="18567754">
                <a:off x="6160846" y="3517321"/>
                <a:ext cx="77725" cy="75105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0C9681C1-E7E9-E7AE-4554-A795EB051340}"/>
                  </a:ext>
                </a:extLst>
              </p:cNvPr>
              <p:cNvSpPr/>
              <p:nvPr/>
            </p:nvSpPr>
            <p:spPr>
              <a:xfrm rot="18567754">
                <a:off x="6302375" y="3759867"/>
                <a:ext cx="77725" cy="75105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A0D3CE1F-8D6E-B4AC-4AFF-E8C748F68C70}"/>
                  </a:ext>
                </a:extLst>
              </p:cNvPr>
              <p:cNvSpPr/>
              <p:nvPr/>
            </p:nvSpPr>
            <p:spPr>
              <a:xfrm rot="18567754">
                <a:off x="6498206" y="3954239"/>
                <a:ext cx="77725" cy="7510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8" name="Oval 417">
                <a:extLst>
                  <a:ext uri="{FF2B5EF4-FFF2-40B4-BE49-F238E27FC236}">
                    <a16:creationId xmlns:a16="http://schemas.microsoft.com/office/drawing/2014/main" id="{28EEF2C2-7ACA-0FEE-9D58-128AD6C8D407}"/>
                  </a:ext>
                </a:extLst>
              </p:cNvPr>
              <p:cNvSpPr/>
              <p:nvPr/>
            </p:nvSpPr>
            <p:spPr>
              <a:xfrm rot="18567754">
                <a:off x="6529336" y="3637821"/>
                <a:ext cx="77725" cy="75105"/>
              </a:xfrm>
              <a:prstGeom prst="ellipse">
                <a:avLst/>
              </a:prstGeom>
              <a:solidFill>
                <a:srgbClr val="00206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19" name="Straight Arrow Connector 418">
                <a:extLst>
                  <a:ext uri="{FF2B5EF4-FFF2-40B4-BE49-F238E27FC236}">
                    <a16:creationId xmlns:a16="http://schemas.microsoft.com/office/drawing/2014/main" id="{59E87266-2430-AAE2-9F1A-A676C86C93A4}"/>
                  </a:ext>
                </a:extLst>
              </p:cNvPr>
              <p:cNvCxnSpPr>
                <a:cxnSpLocks/>
                <a:stCxn id="424" idx="6"/>
                <a:endCxn id="416" idx="2"/>
              </p:cNvCxnSpPr>
              <p:nvPr/>
            </p:nvCxnSpPr>
            <p:spPr>
              <a:xfrm flipV="1">
                <a:off x="6232087" y="3827423"/>
                <a:ext cx="84227" cy="1572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Arrow Connector 419">
                <a:extLst>
                  <a:ext uri="{FF2B5EF4-FFF2-40B4-BE49-F238E27FC236}">
                    <a16:creationId xmlns:a16="http://schemas.microsoft.com/office/drawing/2014/main" id="{8C735EE8-C5BF-0E69-6A86-37895D40AE9D}"/>
                  </a:ext>
                </a:extLst>
              </p:cNvPr>
              <p:cNvCxnSpPr>
                <a:cxnSpLocks/>
                <a:stCxn id="416" idx="4"/>
                <a:endCxn id="417" idx="0"/>
              </p:cNvCxnSpPr>
              <p:nvPr/>
            </p:nvCxnSpPr>
            <p:spPr>
              <a:xfrm>
                <a:off x="6370230" y="3821072"/>
                <a:ext cx="137847" cy="147065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Arrow Connector 420">
                <a:extLst>
                  <a:ext uri="{FF2B5EF4-FFF2-40B4-BE49-F238E27FC236}">
                    <a16:creationId xmlns:a16="http://schemas.microsoft.com/office/drawing/2014/main" id="{EA346817-B5EA-0C7B-9D05-96250E75F811}"/>
                  </a:ext>
                </a:extLst>
              </p:cNvPr>
              <p:cNvCxnSpPr>
                <a:cxnSpLocks/>
                <a:stCxn id="409" idx="5"/>
                <a:endCxn id="415" idx="2"/>
              </p:cNvCxnSpPr>
              <p:nvPr/>
            </p:nvCxnSpPr>
            <p:spPr>
              <a:xfrm flipV="1">
                <a:off x="6038385" y="3584877"/>
                <a:ext cx="136399" cy="14828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Arrow Connector 421">
                <a:extLst>
                  <a:ext uri="{FF2B5EF4-FFF2-40B4-BE49-F238E27FC236}">
                    <a16:creationId xmlns:a16="http://schemas.microsoft.com/office/drawing/2014/main" id="{7C28A46C-EDCE-6A8F-A474-EB911DE1906E}"/>
                  </a:ext>
                </a:extLst>
              </p:cNvPr>
              <p:cNvCxnSpPr>
                <a:cxnSpLocks/>
                <a:stCxn id="416" idx="5"/>
                <a:endCxn id="418" idx="2"/>
              </p:cNvCxnSpPr>
              <p:nvPr/>
            </p:nvCxnSpPr>
            <p:spPr>
              <a:xfrm flipV="1">
                <a:off x="6379361" y="3705377"/>
                <a:ext cx="163913" cy="875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3" name="Oval 422">
                <a:extLst>
                  <a:ext uri="{FF2B5EF4-FFF2-40B4-BE49-F238E27FC236}">
                    <a16:creationId xmlns:a16="http://schemas.microsoft.com/office/drawing/2014/main" id="{37E396F3-FE42-5CD6-E74F-8621A9B468D0}"/>
                  </a:ext>
                </a:extLst>
              </p:cNvPr>
              <p:cNvSpPr/>
              <p:nvPr/>
            </p:nvSpPr>
            <p:spPr>
              <a:xfrm rot="18567754">
                <a:off x="6083703" y="4458875"/>
                <a:ext cx="77725" cy="7510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4" name="Oval 423">
                <a:extLst>
                  <a:ext uri="{FF2B5EF4-FFF2-40B4-BE49-F238E27FC236}">
                    <a16:creationId xmlns:a16="http://schemas.microsoft.com/office/drawing/2014/main" id="{DA733F19-52F1-9421-D957-255940233AE7}"/>
                  </a:ext>
                </a:extLst>
              </p:cNvPr>
              <p:cNvSpPr/>
              <p:nvPr/>
            </p:nvSpPr>
            <p:spPr>
              <a:xfrm rot="18567754">
                <a:off x="6168301" y="3977098"/>
                <a:ext cx="77725" cy="75105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5" name="Oval 424">
                <a:extLst>
                  <a:ext uri="{FF2B5EF4-FFF2-40B4-BE49-F238E27FC236}">
                    <a16:creationId xmlns:a16="http://schemas.microsoft.com/office/drawing/2014/main" id="{CC86067F-7A88-C324-3BC1-B90D159C1434}"/>
                  </a:ext>
                </a:extLst>
              </p:cNvPr>
              <p:cNvSpPr/>
              <p:nvPr/>
            </p:nvSpPr>
            <p:spPr>
              <a:xfrm rot="18567754">
                <a:off x="6215802" y="4240902"/>
                <a:ext cx="77725" cy="75105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F128EA6D-37DB-62F8-56E5-061C7BBEBDF5}"/>
                  </a:ext>
                </a:extLst>
              </p:cNvPr>
              <p:cNvSpPr/>
              <p:nvPr/>
            </p:nvSpPr>
            <p:spPr>
              <a:xfrm rot="18567754">
                <a:off x="6411633" y="4435274"/>
                <a:ext cx="77725" cy="75105"/>
              </a:xfrm>
              <a:prstGeom prst="ellipse">
                <a:avLst/>
              </a:prstGeom>
              <a:solidFill>
                <a:srgbClr val="00206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7" name="Oval 426">
                <a:extLst>
                  <a:ext uri="{FF2B5EF4-FFF2-40B4-BE49-F238E27FC236}">
                    <a16:creationId xmlns:a16="http://schemas.microsoft.com/office/drawing/2014/main" id="{5B116C4B-288D-1E17-FCF1-E49BC9740087}"/>
                  </a:ext>
                </a:extLst>
              </p:cNvPr>
              <p:cNvSpPr/>
              <p:nvPr/>
            </p:nvSpPr>
            <p:spPr>
              <a:xfrm rot="18567754">
                <a:off x="6442762" y="4118857"/>
                <a:ext cx="77725" cy="75105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28" name="Straight Arrow Connector 427">
                <a:extLst>
                  <a:ext uri="{FF2B5EF4-FFF2-40B4-BE49-F238E27FC236}">
                    <a16:creationId xmlns:a16="http://schemas.microsoft.com/office/drawing/2014/main" id="{66C84446-4B0E-26D1-9507-CE2B9FF5E4C2}"/>
                  </a:ext>
                </a:extLst>
              </p:cNvPr>
              <p:cNvCxnSpPr>
                <a:cxnSpLocks/>
                <a:stCxn id="425" idx="4"/>
                <a:endCxn id="426" idx="0"/>
              </p:cNvCxnSpPr>
              <p:nvPr/>
            </p:nvCxnSpPr>
            <p:spPr>
              <a:xfrm>
                <a:off x="6283657" y="4302107"/>
                <a:ext cx="137847" cy="147066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Arrow Connector 428">
                <a:extLst>
                  <a:ext uri="{FF2B5EF4-FFF2-40B4-BE49-F238E27FC236}">
                    <a16:creationId xmlns:a16="http://schemas.microsoft.com/office/drawing/2014/main" id="{5BC1C12A-393A-5B4D-763F-18CFB70382C3}"/>
                  </a:ext>
                </a:extLst>
              </p:cNvPr>
              <p:cNvCxnSpPr>
                <a:cxnSpLocks/>
                <a:stCxn id="424" idx="3"/>
                <a:endCxn id="425" idx="7"/>
              </p:cNvCxnSpPr>
              <p:nvPr/>
            </p:nvCxnSpPr>
            <p:spPr>
              <a:xfrm>
                <a:off x="6210040" y="4052592"/>
                <a:ext cx="41748" cy="18792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Arrow Connector 429">
                <a:extLst>
                  <a:ext uri="{FF2B5EF4-FFF2-40B4-BE49-F238E27FC236}">
                    <a16:creationId xmlns:a16="http://schemas.microsoft.com/office/drawing/2014/main" id="{04BB3CE0-9FBE-21DF-62EC-C761EC82E6F9}"/>
                  </a:ext>
                </a:extLst>
              </p:cNvPr>
              <p:cNvCxnSpPr>
                <a:cxnSpLocks/>
                <a:stCxn id="425" idx="5"/>
                <a:endCxn id="427" idx="1"/>
              </p:cNvCxnSpPr>
              <p:nvPr/>
            </p:nvCxnSpPr>
            <p:spPr>
              <a:xfrm flipV="1">
                <a:off x="6292789" y="4160899"/>
                <a:ext cx="150712" cy="113065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Straight Arrow Connector 430">
                <a:extLst>
                  <a:ext uri="{FF2B5EF4-FFF2-40B4-BE49-F238E27FC236}">
                    <a16:creationId xmlns:a16="http://schemas.microsoft.com/office/drawing/2014/main" id="{18BBBFBE-BD9C-0068-4EF2-BB93C6CA49B8}"/>
                  </a:ext>
                </a:extLst>
              </p:cNvPr>
              <p:cNvCxnSpPr>
                <a:cxnSpLocks/>
                <a:stCxn id="407" idx="3"/>
                <a:endCxn id="423" idx="7"/>
              </p:cNvCxnSpPr>
              <p:nvPr/>
            </p:nvCxnSpPr>
            <p:spPr>
              <a:xfrm>
                <a:off x="5979240" y="4276797"/>
                <a:ext cx="140449" cy="1816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triangle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Straight Connector 431">
                <a:extLst>
                  <a:ext uri="{FF2B5EF4-FFF2-40B4-BE49-F238E27FC236}">
                    <a16:creationId xmlns:a16="http://schemas.microsoft.com/office/drawing/2014/main" id="{E2CC1808-2806-A928-2838-81458F10DCB6}"/>
                  </a:ext>
                </a:extLst>
              </p:cNvPr>
              <p:cNvCxnSpPr>
                <a:cxnSpLocks/>
                <a:stCxn id="415" idx="5"/>
              </p:cNvCxnSpPr>
              <p:nvPr/>
            </p:nvCxnSpPr>
            <p:spPr>
              <a:xfrm flipV="1">
                <a:off x="6237832" y="3507865"/>
                <a:ext cx="219428" cy="4251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Straight Connector 432">
                <a:extLst>
                  <a:ext uri="{FF2B5EF4-FFF2-40B4-BE49-F238E27FC236}">
                    <a16:creationId xmlns:a16="http://schemas.microsoft.com/office/drawing/2014/main" id="{A272B366-6BD0-3388-720A-FC41CD327561}"/>
                  </a:ext>
                </a:extLst>
              </p:cNvPr>
              <p:cNvCxnSpPr>
                <a:cxnSpLocks/>
                <a:stCxn id="426" idx="4"/>
              </p:cNvCxnSpPr>
              <p:nvPr/>
            </p:nvCxnSpPr>
            <p:spPr>
              <a:xfrm>
                <a:off x="6479488" y="4496479"/>
                <a:ext cx="92020" cy="10673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Straight Connector 433">
                <a:extLst>
                  <a:ext uri="{FF2B5EF4-FFF2-40B4-BE49-F238E27FC236}">
                    <a16:creationId xmlns:a16="http://schemas.microsoft.com/office/drawing/2014/main" id="{52F04FD3-EE7A-5062-EE0A-7D9B27A4F25B}"/>
                  </a:ext>
                </a:extLst>
              </p:cNvPr>
              <p:cNvCxnSpPr>
                <a:cxnSpLocks/>
                <a:stCxn id="423" idx="2"/>
              </p:cNvCxnSpPr>
              <p:nvPr/>
            </p:nvCxnSpPr>
            <p:spPr>
              <a:xfrm flipH="1">
                <a:off x="6034118" y="4526431"/>
                <a:ext cx="63524" cy="114478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Straight Connector 434">
                <a:extLst>
                  <a:ext uri="{FF2B5EF4-FFF2-40B4-BE49-F238E27FC236}">
                    <a16:creationId xmlns:a16="http://schemas.microsoft.com/office/drawing/2014/main" id="{E903F111-974F-8494-9A20-C034166B50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24646" y="4141446"/>
                <a:ext cx="160051" cy="203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Straight Connector 435">
                <a:extLst>
                  <a:ext uri="{FF2B5EF4-FFF2-40B4-BE49-F238E27FC236}">
                    <a16:creationId xmlns:a16="http://schemas.microsoft.com/office/drawing/2014/main" id="{3406EDCD-1BF4-8F90-F3BC-BB64203E96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6322" y="3610430"/>
                <a:ext cx="122671" cy="4916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Straight Connector 436">
                <a:extLst>
                  <a:ext uri="{FF2B5EF4-FFF2-40B4-BE49-F238E27FC236}">
                    <a16:creationId xmlns:a16="http://schemas.microsoft.com/office/drawing/2014/main" id="{9F84EC5A-BFB0-F23B-A176-4251BD4C5881}"/>
                  </a:ext>
                </a:extLst>
              </p:cNvPr>
              <p:cNvCxnSpPr>
                <a:cxnSpLocks/>
                <a:stCxn id="417" idx="4"/>
              </p:cNvCxnSpPr>
              <p:nvPr/>
            </p:nvCxnSpPr>
            <p:spPr>
              <a:xfrm>
                <a:off x="6566061" y="4015444"/>
                <a:ext cx="142804" cy="7494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64990FF1-5D22-64F1-D91C-C1912D35BDE3}"/>
                  </a:ext>
                </a:extLst>
              </p:cNvPr>
              <p:cNvCxnSpPr>
                <a:cxnSpLocks/>
                <a:stCxn id="407" idx="1"/>
              </p:cNvCxnSpPr>
              <p:nvPr/>
            </p:nvCxnSpPr>
            <p:spPr>
              <a:xfrm flipH="1">
                <a:off x="5881504" y="4276797"/>
                <a:ext cx="44628" cy="15323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3EAA554A-FFD1-3392-4DA1-D334CC3DC2B5}"/>
                  </a:ext>
                </a:extLst>
              </p:cNvPr>
              <p:cNvSpPr/>
              <p:nvPr/>
            </p:nvSpPr>
            <p:spPr>
              <a:xfrm>
                <a:off x="6212987" y="3741517"/>
                <a:ext cx="45734" cy="4516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109FADFB-EAE8-4C57-AF3A-E4680F794DDC}"/>
                  </a:ext>
                </a:extLst>
              </p:cNvPr>
              <p:cNvSpPr/>
              <p:nvPr/>
            </p:nvSpPr>
            <p:spPr>
              <a:xfrm>
                <a:off x="6212989" y="3791237"/>
                <a:ext cx="45734" cy="4438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75E074C2-DC75-7E20-812A-EB5C5C4D6598}"/>
                  </a:ext>
                </a:extLst>
              </p:cNvPr>
              <p:cNvSpPr/>
              <p:nvPr/>
            </p:nvSpPr>
            <p:spPr>
              <a:xfrm>
                <a:off x="6665639" y="3714954"/>
                <a:ext cx="45734" cy="45163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6C551B01-74FF-41B8-7C27-1D074A4DDAC7}"/>
                  </a:ext>
                </a:extLst>
              </p:cNvPr>
              <p:cNvSpPr/>
              <p:nvPr/>
            </p:nvSpPr>
            <p:spPr>
              <a:xfrm>
                <a:off x="6665641" y="3759768"/>
                <a:ext cx="45734" cy="443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3E962BFF-4E64-CE8A-0D2E-30C488F1A339}"/>
                  </a:ext>
                </a:extLst>
              </p:cNvPr>
              <p:cNvSpPr/>
              <p:nvPr/>
            </p:nvSpPr>
            <p:spPr>
              <a:xfrm>
                <a:off x="6638963" y="3940687"/>
                <a:ext cx="45734" cy="451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FAA1D7CE-6080-A26C-7CFA-1CBDB2D8E57E}"/>
                  </a:ext>
                </a:extLst>
              </p:cNvPr>
              <p:cNvSpPr/>
              <p:nvPr/>
            </p:nvSpPr>
            <p:spPr>
              <a:xfrm>
                <a:off x="6638965" y="3985501"/>
                <a:ext cx="45734" cy="443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C72178C5-CBDF-D9F1-A4F6-9DC71FC85025}"/>
                  </a:ext>
                </a:extLst>
              </p:cNvPr>
              <p:cNvSpPr/>
              <p:nvPr/>
            </p:nvSpPr>
            <p:spPr>
              <a:xfrm>
                <a:off x="6520324" y="4212551"/>
                <a:ext cx="45734" cy="45162"/>
              </a:xfrm>
              <a:prstGeom prst="rect">
                <a:avLst/>
              </a:prstGeom>
              <a:solidFill>
                <a:srgbClr val="7E5F0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5CF77EC1-69C8-A701-3E6E-5B9381EF072E}"/>
                  </a:ext>
                </a:extLst>
              </p:cNvPr>
              <p:cNvSpPr/>
              <p:nvPr/>
            </p:nvSpPr>
            <p:spPr>
              <a:xfrm>
                <a:off x="6520326" y="4259208"/>
                <a:ext cx="45734" cy="443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2565D042-7B79-F1F0-2CDD-9E7D97E2947B}"/>
                  </a:ext>
                </a:extLst>
              </p:cNvPr>
              <p:cNvSpPr/>
              <p:nvPr/>
            </p:nvSpPr>
            <p:spPr>
              <a:xfrm>
                <a:off x="6545306" y="4425627"/>
                <a:ext cx="45734" cy="45163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E69976D4-B61C-816F-3AEE-CBEB97618B05}"/>
                  </a:ext>
                </a:extLst>
              </p:cNvPr>
              <p:cNvSpPr/>
              <p:nvPr/>
            </p:nvSpPr>
            <p:spPr>
              <a:xfrm>
                <a:off x="6545308" y="4470441"/>
                <a:ext cx="45734" cy="4438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8245DF84-94B8-B474-EABA-8C0AD1B838A3}"/>
                  </a:ext>
                </a:extLst>
              </p:cNvPr>
              <p:cNvSpPr/>
              <p:nvPr/>
            </p:nvSpPr>
            <p:spPr>
              <a:xfrm>
                <a:off x="5988382" y="4479582"/>
                <a:ext cx="45734" cy="4516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1A97CBD1-27A6-2D64-9B68-C38F29255880}"/>
                  </a:ext>
                </a:extLst>
              </p:cNvPr>
              <p:cNvSpPr/>
              <p:nvPr/>
            </p:nvSpPr>
            <p:spPr>
              <a:xfrm>
                <a:off x="5988384" y="4524396"/>
                <a:ext cx="45734" cy="443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BD803F58-CD0D-8426-F2D9-53666108E3C1}"/>
                  </a:ext>
                </a:extLst>
              </p:cNvPr>
              <p:cNvSpPr/>
              <p:nvPr/>
            </p:nvSpPr>
            <p:spPr>
              <a:xfrm>
                <a:off x="5827689" y="4227934"/>
                <a:ext cx="45734" cy="45162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AB304804-4F01-10E0-DB0F-189A6714C7DF}"/>
                  </a:ext>
                </a:extLst>
              </p:cNvPr>
              <p:cNvSpPr/>
              <p:nvPr/>
            </p:nvSpPr>
            <p:spPr>
              <a:xfrm>
                <a:off x="5827691" y="4274591"/>
                <a:ext cx="45734" cy="443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050262BA-B961-A5B5-6D9A-FB6240CD06AC}"/>
                  </a:ext>
                </a:extLst>
              </p:cNvPr>
              <p:cNvSpPr/>
              <p:nvPr/>
            </p:nvSpPr>
            <p:spPr>
              <a:xfrm>
                <a:off x="6292874" y="4011837"/>
                <a:ext cx="45734" cy="4516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7F998AF0-4A04-FDFB-0C2F-C8F2B49627AA}"/>
                  </a:ext>
                </a:extLst>
              </p:cNvPr>
              <p:cNvSpPr/>
              <p:nvPr/>
            </p:nvSpPr>
            <p:spPr>
              <a:xfrm>
                <a:off x="6292876" y="4056651"/>
                <a:ext cx="45734" cy="4438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7BA8E4C1-24FC-134A-8F8A-AF1F1A63332E}"/>
                  </a:ext>
                </a:extLst>
              </p:cNvPr>
              <p:cNvSpPr/>
              <p:nvPr/>
            </p:nvSpPr>
            <p:spPr>
              <a:xfrm>
                <a:off x="5506041" y="4438646"/>
                <a:ext cx="45734" cy="4516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1E64F1CC-C6EA-647F-B25E-BD0B48627E53}"/>
                  </a:ext>
                </a:extLst>
              </p:cNvPr>
              <p:cNvSpPr/>
              <p:nvPr/>
            </p:nvSpPr>
            <p:spPr>
              <a:xfrm>
                <a:off x="5506043" y="4485303"/>
                <a:ext cx="45734" cy="4438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DBEF5F80-F05B-4FC3-5C94-EAF6DA0FF570}"/>
                  </a:ext>
                </a:extLst>
              </p:cNvPr>
              <p:cNvSpPr/>
              <p:nvPr/>
            </p:nvSpPr>
            <p:spPr>
              <a:xfrm>
                <a:off x="5908871" y="3681072"/>
                <a:ext cx="45734" cy="4516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1EE66077-2682-5C4A-671D-1FFDA01A60B9}"/>
                  </a:ext>
                </a:extLst>
              </p:cNvPr>
              <p:cNvSpPr/>
              <p:nvPr/>
            </p:nvSpPr>
            <p:spPr>
              <a:xfrm>
                <a:off x="5908873" y="3727729"/>
                <a:ext cx="45734" cy="4438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8" name="Rectangle 477">
                <a:extLst>
                  <a:ext uri="{FF2B5EF4-FFF2-40B4-BE49-F238E27FC236}">
                    <a16:creationId xmlns:a16="http://schemas.microsoft.com/office/drawing/2014/main" id="{F18E97D4-4195-19F7-01E7-6D21EC6ABCFF}"/>
                  </a:ext>
                </a:extLst>
              </p:cNvPr>
              <p:cNvSpPr/>
              <p:nvPr/>
            </p:nvSpPr>
            <p:spPr>
              <a:xfrm>
                <a:off x="6069365" y="3478911"/>
                <a:ext cx="45734" cy="4516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6D596570-24A2-8083-91E6-DC5329D68847}"/>
                  </a:ext>
                </a:extLst>
              </p:cNvPr>
              <p:cNvSpPr/>
              <p:nvPr/>
            </p:nvSpPr>
            <p:spPr>
              <a:xfrm>
                <a:off x="6069367" y="3525568"/>
                <a:ext cx="45734" cy="4438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66CE6B43-C4CE-55F0-4523-80163FFA83EA}"/>
                  </a:ext>
                </a:extLst>
              </p:cNvPr>
              <p:cNvSpPr/>
              <p:nvPr/>
            </p:nvSpPr>
            <p:spPr>
              <a:xfrm rot="16200000">
                <a:off x="5664636" y="3834648"/>
                <a:ext cx="77725" cy="75106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CE0257B1-464E-3EDA-836A-6BC4D5E4F64B}"/>
                  </a:ext>
                </a:extLst>
              </p:cNvPr>
              <p:cNvSpPr/>
              <p:nvPr/>
            </p:nvSpPr>
            <p:spPr>
              <a:xfrm rot="18567754">
                <a:off x="5381847" y="4009769"/>
                <a:ext cx="77725" cy="75105"/>
              </a:xfrm>
              <a:prstGeom prst="ellipse">
                <a:avLst/>
              </a:prstGeom>
              <a:solidFill>
                <a:srgbClr val="C00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Oval 451">
                <a:extLst>
                  <a:ext uri="{FF2B5EF4-FFF2-40B4-BE49-F238E27FC236}">
                    <a16:creationId xmlns:a16="http://schemas.microsoft.com/office/drawing/2014/main" id="{7AF0BFC8-FFEF-1578-2C86-61F565AB9BB1}"/>
                  </a:ext>
                </a:extLst>
              </p:cNvPr>
              <p:cNvSpPr/>
              <p:nvPr/>
            </p:nvSpPr>
            <p:spPr>
              <a:xfrm rot="18567754">
                <a:off x="5622152" y="4051046"/>
                <a:ext cx="77725" cy="75105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53" name="Straight Arrow Connector 452">
                <a:extLst>
                  <a:ext uri="{FF2B5EF4-FFF2-40B4-BE49-F238E27FC236}">
                    <a16:creationId xmlns:a16="http://schemas.microsoft.com/office/drawing/2014/main" id="{DEFA862A-E8F8-1006-CC00-94F2C2D27CA0}"/>
                  </a:ext>
                </a:extLst>
              </p:cNvPr>
              <p:cNvCxnSpPr>
                <a:cxnSpLocks/>
                <a:stCxn id="451" idx="6"/>
                <a:endCxn id="450" idx="0"/>
              </p:cNvCxnSpPr>
              <p:nvPr/>
            </p:nvCxnSpPr>
            <p:spPr>
              <a:xfrm flipV="1">
                <a:off x="5445632" y="3872201"/>
                <a:ext cx="220314" cy="145117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4" name="Oval 453">
                <a:extLst>
                  <a:ext uri="{FF2B5EF4-FFF2-40B4-BE49-F238E27FC236}">
                    <a16:creationId xmlns:a16="http://schemas.microsoft.com/office/drawing/2014/main" id="{D815341E-A41D-EAAC-143B-84DF022A71AF}"/>
                  </a:ext>
                </a:extLst>
              </p:cNvPr>
              <p:cNvSpPr/>
              <p:nvPr/>
            </p:nvSpPr>
            <p:spPr>
              <a:xfrm rot="18567754">
                <a:off x="5604100" y="4361961"/>
                <a:ext cx="77725" cy="75105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743E37DA-2C32-AF39-5F2E-77155B4361CA}"/>
                  </a:ext>
                </a:extLst>
              </p:cNvPr>
              <p:cNvCxnSpPr>
                <a:cxnSpLocks/>
                <a:stCxn id="454" idx="2"/>
              </p:cNvCxnSpPr>
              <p:nvPr/>
            </p:nvCxnSpPr>
            <p:spPr>
              <a:xfrm flipH="1">
                <a:off x="5547064" y="4429517"/>
                <a:ext cx="70974" cy="19497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4F5EC125-C389-77D9-32CD-D71992A464EA}"/>
                  </a:ext>
                </a:extLst>
              </p:cNvPr>
              <p:cNvCxnSpPr>
                <a:cxnSpLocks/>
                <a:stCxn id="450" idx="6"/>
              </p:cNvCxnSpPr>
              <p:nvPr/>
            </p:nvCxnSpPr>
            <p:spPr>
              <a:xfrm flipH="1" flipV="1">
                <a:off x="5675968" y="3615686"/>
                <a:ext cx="27531" cy="21765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Arrow Connector 456">
                <a:extLst>
                  <a:ext uri="{FF2B5EF4-FFF2-40B4-BE49-F238E27FC236}">
                    <a16:creationId xmlns:a16="http://schemas.microsoft.com/office/drawing/2014/main" id="{AD60818F-8162-0E9E-A4E8-13333F3703EA}"/>
                  </a:ext>
                </a:extLst>
              </p:cNvPr>
              <p:cNvCxnSpPr>
                <a:cxnSpLocks/>
                <a:stCxn id="451" idx="5"/>
                <a:endCxn id="452" idx="1"/>
              </p:cNvCxnSpPr>
              <p:nvPr/>
            </p:nvCxnSpPr>
            <p:spPr>
              <a:xfrm>
                <a:off x="5458833" y="4042831"/>
                <a:ext cx="164058" cy="50257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Arrow Connector 457">
                <a:extLst>
                  <a:ext uri="{FF2B5EF4-FFF2-40B4-BE49-F238E27FC236}">
                    <a16:creationId xmlns:a16="http://schemas.microsoft.com/office/drawing/2014/main" id="{D446CFD6-4EAA-D17F-D6EE-5A954342A553}"/>
                  </a:ext>
                </a:extLst>
              </p:cNvPr>
              <p:cNvCxnSpPr>
                <a:cxnSpLocks/>
                <a:stCxn id="451" idx="3"/>
                <a:endCxn id="454" idx="0"/>
              </p:cNvCxnSpPr>
              <p:nvPr/>
            </p:nvCxnSpPr>
            <p:spPr>
              <a:xfrm>
                <a:off x="5423586" y="4085263"/>
                <a:ext cx="190385" cy="290597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Arrow Connector 458">
                <a:extLst>
                  <a:ext uri="{FF2B5EF4-FFF2-40B4-BE49-F238E27FC236}">
                    <a16:creationId xmlns:a16="http://schemas.microsoft.com/office/drawing/2014/main" id="{2AD2459C-471F-9F67-1396-972232A6406C}"/>
                  </a:ext>
                </a:extLst>
              </p:cNvPr>
              <p:cNvCxnSpPr>
                <a:cxnSpLocks/>
                <a:stCxn id="454" idx="6"/>
                <a:endCxn id="408" idx="1"/>
              </p:cNvCxnSpPr>
              <p:nvPr/>
            </p:nvCxnSpPr>
            <p:spPr>
              <a:xfrm flipV="1">
                <a:off x="5667886" y="4025306"/>
                <a:ext cx="220440" cy="34420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9A971BB2-2632-A803-9EEF-51504F765C80}"/>
                  </a:ext>
                </a:extLst>
              </p:cNvPr>
              <p:cNvSpPr/>
              <p:nvPr/>
            </p:nvSpPr>
            <p:spPr>
              <a:xfrm>
                <a:off x="5570224" y="4155618"/>
                <a:ext cx="45734" cy="4516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892A3CB5-05A8-9119-E099-255469D85B5F}"/>
                  </a:ext>
                </a:extLst>
              </p:cNvPr>
              <p:cNvSpPr/>
              <p:nvPr/>
            </p:nvSpPr>
            <p:spPr>
              <a:xfrm>
                <a:off x="5570226" y="4202275"/>
                <a:ext cx="45734" cy="4438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61E5461A-E966-5029-39C4-44905847AD97}"/>
                  </a:ext>
                </a:extLst>
              </p:cNvPr>
              <p:cNvSpPr/>
              <p:nvPr/>
            </p:nvSpPr>
            <p:spPr>
              <a:xfrm>
                <a:off x="5586635" y="3713309"/>
                <a:ext cx="45734" cy="4516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7C52AF74-52CB-3F97-D143-7ECBF08E2277}"/>
                  </a:ext>
                </a:extLst>
              </p:cNvPr>
              <p:cNvSpPr/>
              <p:nvPr/>
            </p:nvSpPr>
            <p:spPr>
              <a:xfrm>
                <a:off x="5586637" y="3763029"/>
                <a:ext cx="45734" cy="4438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033917E9-CAFD-3D0B-DF7C-03BD7F20D4D9}"/>
                  </a:ext>
                </a:extLst>
              </p:cNvPr>
              <p:cNvSpPr/>
              <p:nvPr/>
            </p:nvSpPr>
            <p:spPr>
              <a:xfrm>
                <a:off x="6114044" y="4216287"/>
                <a:ext cx="45734" cy="4516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A233A89A-D66A-BE2F-215B-95B8F227249B}"/>
                  </a:ext>
                </a:extLst>
              </p:cNvPr>
              <p:cNvSpPr/>
              <p:nvPr/>
            </p:nvSpPr>
            <p:spPr>
              <a:xfrm>
                <a:off x="6114046" y="4266007"/>
                <a:ext cx="45734" cy="4438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63" name="Straight Arrow Connector 462">
                <a:extLst>
                  <a:ext uri="{FF2B5EF4-FFF2-40B4-BE49-F238E27FC236}">
                    <a16:creationId xmlns:a16="http://schemas.microsoft.com/office/drawing/2014/main" id="{79EDE7A5-3FD6-D045-6D17-57342A52EBB3}"/>
                  </a:ext>
                </a:extLst>
              </p:cNvPr>
              <p:cNvCxnSpPr>
                <a:cxnSpLocks/>
                <a:stCxn id="407" idx="5"/>
                <a:endCxn id="424" idx="2"/>
              </p:cNvCxnSpPr>
              <p:nvPr/>
            </p:nvCxnSpPr>
            <p:spPr>
              <a:xfrm flipV="1">
                <a:off x="5979240" y="4044654"/>
                <a:ext cx="203000" cy="177183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BA5EEB81-793D-D6CC-4216-7E6DE72993D8}"/>
                  </a:ext>
                </a:extLst>
              </p:cNvPr>
              <p:cNvSpPr txBox="1"/>
              <p:nvPr/>
            </p:nvSpPr>
            <p:spPr>
              <a:xfrm>
                <a:off x="5905126" y="3976787"/>
                <a:ext cx="2359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800" b="1" dirty="0">
                    <a:solidFill>
                      <a:srgbClr val="65095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67F85D1D-9302-A41D-68BC-795FBB41433C}"/>
                  </a:ext>
                </a:extLst>
              </p:cNvPr>
              <p:cNvSpPr txBox="1"/>
              <p:nvPr/>
            </p:nvSpPr>
            <p:spPr>
              <a:xfrm>
                <a:off x="5562040" y="3850570"/>
                <a:ext cx="2359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800" b="1" dirty="0">
                    <a:solidFill>
                      <a:srgbClr val="65095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66" name="TextBox 465">
                <a:extLst>
                  <a:ext uri="{FF2B5EF4-FFF2-40B4-BE49-F238E27FC236}">
                    <a16:creationId xmlns:a16="http://schemas.microsoft.com/office/drawing/2014/main" id="{C464F75E-95DF-F23B-34D8-C5DE412D15E4}"/>
                  </a:ext>
                </a:extLst>
              </p:cNvPr>
              <p:cNvSpPr txBox="1"/>
              <p:nvPr/>
            </p:nvSpPr>
            <p:spPr>
              <a:xfrm>
                <a:off x="5529308" y="4184901"/>
                <a:ext cx="2359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800" b="1" dirty="0">
                    <a:solidFill>
                      <a:srgbClr val="65095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FDA46F4D-1FEB-66F6-DC69-8D23D62542C8}"/>
                  </a:ext>
                </a:extLst>
              </p:cNvPr>
              <p:cNvSpPr txBox="1"/>
              <p:nvPr/>
            </p:nvSpPr>
            <p:spPr>
              <a:xfrm>
                <a:off x="6203757" y="3823126"/>
                <a:ext cx="2359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800" b="1" dirty="0">
                    <a:solidFill>
                      <a:srgbClr val="65095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03CA69E4-F138-6633-C7C7-EE634BAF0ADA}"/>
                  </a:ext>
                </a:extLst>
              </p:cNvPr>
              <p:cNvSpPr/>
              <p:nvPr/>
            </p:nvSpPr>
            <p:spPr>
              <a:xfrm>
                <a:off x="5885563" y="3849644"/>
                <a:ext cx="45734" cy="45162"/>
              </a:xfrm>
              <a:prstGeom prst="rect">
                <a:avLst/>
              </a:prstGeom>
              <a:solidFill>
                <a:srgbClr val="65095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8398019B-DCF4-8E08-AA50-B6D2E87C6F7E}"/>
                  </a:ext>
                </a:extLst>
              </p:cNvPr>
              <p:cNvSpPr/>
              <p:nvPr/>
            </p:nvSpPr>
            <p:spPr>
              <a:xfrm>
                <a:off x="5885565" y="3896301"/>
                <a:ext cx="45734" cy="44386"/>
              </a:xfrm>
              <a:prstGeom prst="rect">
                <a:avLst/>
              </a:prstGeom>
              <a:solidFill>
                <a:srgbClr val="800A7B">
                  <a:alpha val="2117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06" name="Straight Arrow Connector 405">
                <a:extLst>
                  <a:ext uri="{FF2B5EF4-FFF2-40B4-BE49-F238E27FC236}">
                    <a16:creationId xmlns:a16="http://schemas.microsoft.com/office/drawing/2014/main" id="{32C3C470-9953-B9F1-C2D9-101C27368688}"/>
                  </a:ext>
                </a:extLst>
              </p:cNvPr>
              <p:cNvCxnSpPr>
                <a:cxnSpLocks/>
                <a:stCxn id="427" idx="7"/>
                <a:endCxn id="416" idx="3"/>
              </p:cNvCxnSpPr>
              <p:nvPr/>
            </p:nvCxnSpPr>
            <p:spPr>
              <a:xfrm flipH="1" flipV="1">
                <a:off x="6344114" y="3835361"/>
                <a:ext cx="134633" cy="28310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268C6E63-599F-E8DC-A1F5-44A45BFF6E2A}"/>
                </a:ext>
              </a:extLst>
            </p:cNvPr>
            <p:cNvSpPr txBox="1"/>
            <p:nvPr/>
          </p:nvSpPr>
          <p:spPr>
            <a:xfrm rot="18954826">
              <a:off x="733923" y="1609962"/>
              <a:ext cx="38824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0.78, </a:t>
              </a:r>
              <a:r>
                <a:rPr lang="en-US" altLang="zh-CN" sz="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5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CN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444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</TotalTime>
  <Words>176</Words>
  <Application>Microsoft Macintosh PowerPoint</Application>
  <PresentationFormat>Custom</PresentationFormat>
  <Paragraphs>72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佳鑫 王</dc:creator>
  <cp:lastModifiedBy>佳鑫 王</cp:lastModifiedBy>
  <cp:revision>6</cp:revision>
  <dcterms:created xsi:type="dcterms:W3CDTF">2024-04-08T03:10:09Z</dcterms:created>
  <dcterms:modified xsi:type="dcterms:W3CDTF">2024-04-08T12:07:13Z</dcterms:modified>
</cp:coreProperties>
</file>