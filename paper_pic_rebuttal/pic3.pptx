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3851275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06"/>
  </p:normalViewPr>
  <p:slideViewPr>
    <p:cSldViewPr snapToGrid="0">
      <p:cViewPr varScale="1">
        <p:scale>
          <a:sx n="283" d="100"/>
          <a:sy n="283" d="100"/>
        </p:scale>
        <p:origin x="1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846" y="448945"/>
            <a:ext cx="3273584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410" y="1440815"/>
            <a:ext cx="2888456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559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1207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69" y="683896"/>
            <a:ext cx="332172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769" y="1835786"/>
            <a:ext cx="332172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172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775" y="730250"/>
            <a:ext cx="1636792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9708" y="730250"/>
            <a:ext cx="1636792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133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277" y="146051"/>
            <a:ext cx="332172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277" y="672465"/>
            <a:ext cx="1629270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5277" y="1002030"/>
            <a:ext cx="162927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9708" y="672465"/>
            <a:ext cx="163729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9708" y="1002030"/>
            <a:ext cx="163729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192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417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9233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277" y="182880"/>
            <a:ext cx="1242136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293" y="394971"/>
            <a:ext cx="1949708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277" y="822960"/>
            <a:ext cx="1242136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819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277" y="182880"/>
            <a:ext cx="1242136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7293" y="394971"/>
            <a:ext cx="1949708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277" y="822960"/>
            <a:ext cx="1242136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873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290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56069" y="146050"/>
            <a:ext cx="830431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775" y="146050"/>
            <a:ext cx="2443153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642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775" y="146051"/>
            <a:ext cx="332172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775" y="730250"/>
            <a:ext cx="332172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775" y="2542541"/>
            <a:ext cx="866537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B3BEB-2883-154D-99D8-5B5D737C8918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5735" y="2542541"/>
            <a:ext cx="129980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9963" y="2542541"/>
            <a:ext cx="866537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C8FB7-4661-8942-BD8B-31B42073D6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5659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C1D2E4E-6703-FB5A-303E-E9D137FC4754}"/>
              </a:ext>
            </a:extLst>
          </p:cNvPr>
          <p:cNvGrpSpPr/>
          <p:nvPr/>
        </p:nvGrpSpPr>
        <p:grpSpPr>
          <a:xfrm>
            <a:off x="34979" y="0"/>
            <a:ext cx="3847824" cy="2719479"/>
            <a:chOff x="998001" y="611802"/>
            <a:chExt cx="6384148" cy="451204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85EE2E-7BD8-8C5D-E85A-BBE24A26F252}"/>
                </a:ext>
              </a:extLst>
            </p:cNvPr>
            <p:cNvSpPr/>
            <p:nvPr/>
          </p:nvSpPr>
          <p:spPr>
            <a:xfrm>
              <a:off x="1004804" y="4255460"/>
              <a:ext cx="6258020" cy="81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688770-7E60-467A-031D-BEDA2908BEA1}"/>
                </a:ext>
              </a:extLst>
            </p:cNvPr>
            <p:cNvSpPr txBox="1"/>
            <p:nvPr/>
          </p:nvSpPr>
          <p:spPr>
            <a:xfrm>
              <a:off x="1762299" y="4257663"/>
              <a:ext cx="1644863" cy="335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asino</a:t>
              </a:r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stakeholders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504C708-010E-E817-58DE-B7EB3C76D365}"/>
                </a:ext>
              </a:extLst>
            </p:cNvPr>
            <p:cNvSpPr/>
            <p:nvPr/>
          </p:nvSpPr>
          <p:spPr>
            <a:xfrm>
              <a:off x="1732413" y="4354975"/>
              <a:ext cx="131012" cy="12138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723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21E0191-E81D-6068-6477-17E67C1C6DCB}"/>
                </a:ext>
              </a:extLst>
            </p:cNvPr>
            <p:cNvSpPr/>
            <p:nvPr/>
          </p:nvSpPr>
          <p:spPr>
            <a:xfrm>
              <a:off x="4484506" y="4360044"/>
              <a:ext cx="131012" cy="121381"/>
            </a:xfrm>
            <a:prstGeom prst="rect">
              <a:avLst/>
            </a:prstGeom>
            <a:solidFill>
              <a:srgbClr val="0137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723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51DEC4E-3064-B3CB-9396-E110C9A4B3D5}"/>
                </a:ext>
              </a:extLst>
            </p:cNvPr>
            <p:cNvSpPr/>
            <p:nvPr/>
          </p:nvSpPr>
          <p:spPr>
            <a:xfrm>
              <a:off x="1731778" y="4612820"/>
              <a:ext cx="131012" cy="124704"/>
            </a:xfrm>
            <a:prstGeom prst="ellipse">
              <a:avLst/>
            </a:prstGeom>
            <a:solidFill>
              <a:srgbClr val="445D4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723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997490-573A-F9FC-9F29-9A9C01D4E43A}"/>
                </a:ext>
              </a:extLst>
            </p:cNvPr>
            <p:cNvSpPr/>
            <p:nvPr/>
          </p:nvSpPr>
          <p:spPr>
            <a:xfrm>
              <a:off x="4484506" y="4609475"/>
              <a:ext cx="131012" cy="124704"/>
            </a:xfrm>
            <a:prstGeom prst="ellipse">
              <a:avLst/>
            </a:prstGeom>
            <a:solidFill>
              <a:srgbClr val="FFCF9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723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B434F49-1D30-8C7C-2886-72A7DB5B4C49}"/>
                </a:ext>
              </a:extLst>
            </p:cNvPr>
            <p:cNvSpPr/>
            <p:nvPr/>
          </p:nvSpPr>
          <p:spPr>
            <a:xfrm>
              <a:off x="4484841" y="4886474"/>
              <a:ext cx="131012" cy="124704"/>
            </a:xfrm>
            <a:prstGeom prst="ellipse">
              <a:avLst/>
            </a:prstGeom>
            <a:solidFill>
              <a:srgbClr val="FEFD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723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71D35B-2C11-33A9-02D6-9808B0441B08}"/>
                </a:ext>
              </a:extLst>
            </p:cNvPr>
            <p:cNvSpPr txBox="1"/>
            <p:nvPr/>
          </p:nvSpPr>
          <p:spPr>
            <a:xfrm>
              <a:off x="4631700" y="4271287"/>
              <a:ext cx="1859934" cy="3352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Exchanges</a:t>
              </a:r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</a:t>
              </a:r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FC166B-1205-2597-539A-8CC405D38C67}"/>
                </a:ext>
              </a:extLst>
            </p:cNvPr>
            <p:cNvSpPr txBox="1"/>
            <p:nvPr/>
          </p:nvSpPr>
          <p:spPr>
            <a:xfrm>
              <a:off x="1841328" y="4505501"/>
              <a:ext cx="1902982" cy="3352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Listing</a:t>
              </a:r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agents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878F0B-6E37-82D1-11F6-262C848E48D3}"/>
                </a:ext>
              </a:extLst>
            </p:cNvPr>
            <p:cNvSpPr txBox="1"/>
            <p:nvPr/>
          </p:nvSpPr>
          <p:spPr>
            <a:xfrm>
              <a:off x="4594385" y="4514885"/>
              <a:ext cx="1766465" cy="3352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irdrop</a:t>
              </a:r>
              <a:r>
                <a:rPr lang="zh-CN" altLang="en-US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promotors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63D1C1-B10F-F9A9-0765-1689CA249C4C}"/>
                </a:ext>
              </a:extLst>
            </p:cNvPr>
            <p:cNvSpPr txBox="1"/>
            <p:nvPr/>
          </p:nvSpPr>
          <p:spPr>
            <a:xfrm>
              <a:off x="4631700" y="4788601"/>
              <a:ext cx="1343206" cy="3352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 Gamblers</a:t>
              </a:r>
              <a:endParaRPr lang="en-CN" sz="723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9DC78D-9514-60FD-4CE5-215393F29F91}"/>
                </a:ext>
              </a:extLst>
            </p:cNvPr>
            <p:cNvSpPr txBox="1"/>
            <p:nvPr/>
          </p:nvSpPr>
          <p:spPr>
            <a:xfrm>
              <a:off x="5025023" y="611802"/>
              <a:ext cx="2153952" cy="365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Cross-role Motifs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7DAF86B-0BF5-6E39-9229-F33AD500B4D1}"/>
                </a:ext>
              </a:extLst>
            </p:cNvPr>
            <p:cNvSpPr/>
            <p:nvPr/>
          </p:nvSpPr>
          <p:spPr>
            <a:xfrm>
              <a:off x="1731778" y="4873988"/>
              <a:ext cx="131012" cy="12470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723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8BEDAC-0F0C-3A1D-1E1F-9496A9CC9103}"/>
                </a:ext>
              </a:extLst>
            </p:cNvPr>
            <p:cNvSpPr txBox="1"/>
            <p:nvPr/>
          </p:nvSpPr>
          <p:spPr>
            <a:xfrm>
              <a:off x="1879181" y="4782275"/>
              <a:ext cx="1440043" cy="3352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72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Arbitrageurs</a:t>
              </a:r>
              <a:endParaRPr lang="en-CN" sz="723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833A8D5-523E-49CD-74DE-2CB807847D1B}"/>
                </a:ext>
              </a:extLst>
            </p:cNvPr>
            <p:cNvGrpSpPr/>
            <p:nvPr/>
          </p:nvGrpSpPr>
          <p:grpSpPr>
            <a:xfrm>
              <a:off x="5115152" y="994661"/>
              <a:ext cx="1959136" cy="498385"/>
              <a:chOff x="5210679" y="1869450"/>
              <a:chExt cx="1959136" cy="498385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E5824D8B-06A0-244E-E715-F95128EF143D}"/>
                  </a:ext>
                </a:extLst>
              </p:cNvPr>
              <p:cNvGrpSpPr/>
              <p:nvPr/>
            </p:nvGrpSpPr>
            <p:grpSpPr>
              <a:xfrm>
                <a:off x="5210679" y="1869450"/>
                <a:ext cx="581170" cy="492881"/>
                <a:chOff x="7244746" y="1180315"/>
                <a:chExt cx="921720" cy="732293"/>
              </a:xfrm>
            </p:grpSpPr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1D2FFADA-F532-EDA5-6B9B-81CDFD7CEB47}"/>
                    </a:ext>
                  </a:extLst>
                </p:cNvPr>
                <p:cNvSpPr/>
                <p:nvPr/>
              </p:nvSpPr>
              <p:spPr>
                <a:xfrm>
                  <a:off x="7633056" y="1180315"/>
                  <a:ext cx="173599" cy="172203"/>
                </a:xfrm>
                <a:prstGeom prst="ellipse">
                  <a:avLst/>
                </a:prstGeom>
                <a:solidFill>
                  <a:srgbClr val="FFCF9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E0F566CD-F3C5-3C3B-A4E8-91E8537FFED1}"/>
                    </a:ext>
                  </a:extLst>
                </p:cNvPr>
                <p:cNvSpPr/>
                <p:nvPr/>
              </p:nvSpPr>
              <p:spPr>
                <a:xfrm>
                  <a:off x="7244746" y="1740405"/>
                  <a:ext cx="173599" cy="172203"/>
                </a:xfrm>
                <a:prstGeom prst="ellipse">
                  <a:avLst/>
                </a:prstGeom>
                <a:solidFill>
                  <a:srgbClr val="445D4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33763CBA-7958-9592-04FF-0638EAF2E396}"/>
                    </a:ext>
                  </a:extLst>
                </p:cNvPr>
                <p:cNvSpPr/>
                <p:nvPr/>
              </p:nvSpPr>
              <p:spPr>
                <a:xfrm>
                  <a:off x="7992867" y="1740405"/>
                  <a:ext cx="173599" cy="17220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5BEAD7B5-01E8-C9DF-CA1A-297091DCFA75}"/>
                    </a:ext>
                  </a:extLst>
                </p:cNvPr>
                <p:cNvCxnSpPr>
                  <a:cxnSpLocks/>
                  <a:stCxn id="121" idx="6"/>
                  <a:endCxn id="122" idx="2"/>
                </p:cNvCxnSpPr>
                <p:nvPr/>
              </p:nvCxnSpPr>
              <p:spPr>
                <a:xfrm>
                  <a:off x="7418345" y="1826507"/>
                  <a:ext cx="574522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1C7A311A-EEF4-5A41-5826-7CF75BABA5DA}"/>
                    </a:ext>
                  </a:extLst>
                </p:cNvPr>
                <p:cNvCxnSpPr>
                  <a:cxnSpLocks/>
                  <a:stCxn id="122" idx="0"/>
                  <a:endCxn id="120" idx="5"/>
                </p:cNvCxnSpPr>
                <p:nvPr/>
              </p:nvCxnSpPr>
              <p:spPr>
                <a:xfrm flipH="1" flipV="1">
                  <a:off x="7781232" y="1327299"/>
                  <a:ext cx="298436" cy="41310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4128EEDC-626C-5E9D-849F-73E12B667D6B}"/>
                  </a:ext>
                </a:extLst>
              </p:cNvPr>
              <p:cNvGrpSpPr/>
              <p:nvPr/>
            </p:nvGrpSpPr>
            <p:grpSpPr>
              <a:xfrm>
                <a:off x="5949428" y="1883768"/>
                <a:ext cx="533766" cy="484067"/>
                <a:chOff x="8403705" y="1231745"/>
                <a:chExt cx="846540" cy="719198"/>
              </a:xfrm>
            </p:grpSpPr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10692C45-9AB6-4EE5-3A83-CE93918BD977}"/>
                    </a:ext>
                  </a:extLst>
                </p:cNvPr>
                <p:cNvSpPr/>
                <p:nvPr/>
              </p:nvSpPr>
              <p:spPr>
                <a:xfrm rot="16395075">
                  <a:off x="9075726" y="1776425"/>
                  <a:ext cx="177229" cy="171808"/>
                </a:xfrm>
                <a:prstGeom prst="ellipse">
                  <a:avLst/>
                </a:prstGeom>
                <a:solidFill>
                  <a:srgbClr val="0137E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4CFF3CE2-694C-82BE-4743-DBFFB679B275}"/>
                    </a:ext>
                  </a:extLst>
                </p:cNvPr>
                <p:cNvSpPr/>
                <p:nvPr/>
              </p:nvSpPr>
              <p:spPr>
                <a:xfrm rot="16395075">
                  <a:off x="8400994" y="1769201"/>
                  <a:ext cx="177229" cy="171808"/>
                </a:xfrm>
                <a:prstGeom prst="ellipse">
                  <a:avLst/>
                </a:prstGeom>
                <a:solidFill>
                  <a:srgbClr val="0137E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17FB43B8-26C8-D667-4D78-AC3B666C5E1F}"/>
                    </a:ext>
                  </a:extLst>
                </p:cNvPr>
                <p:cNvSpPr/>
                <p:nvPr/>
              </p:nvSpPr>
              <p:spPr>
                <a:xfrm rot="11054898">
                  <a:off x="8727328" y="1231745"/>
                  <a:ext cx="182755" cy="166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7C3099B0-E41C-7EF9-BBD4-76287F251BEB}"/>
                    </a:ext>
                  </a:extLst>
                </p:cNvPr>
                <p:cNvCxnSpPr>
                  <a:cxnSpLocks/>
                  <a:stCxn id="116" idx="6"/>
                  <a:endCxn id="117" idx="7"/>
                </p:cNvCxnSpPr>
                <p:nvPr/>
              </p:nvCxnSpPr>
              <p:spPr>
                <a:xfrm flipV="1">
                  <a:off x="8494634" y="1369010"/>
                  <a:ext cx="255272" cy="39762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6D9A9E60-C19C-99B5-F8DB-A4DB5F879A53}"/>
                    </a:ext>
                  </a:extLst>
                </p:cNvPr>
                <p:cNvCxnSpPr>
                  <a:cxnSpLocks/>
                  <a:stCxn id="117" idx="1"/>
                  <a:endCxn id="115" idx="6"/>
                </p:cNvCxnSpPr>
                <p:nvPr/>
              </p:nvCxnSpPr>
              <p:spPr>
                <a:xfrm>
                  <a:off x="8878778" y="1378583"/>
                  <a:ext cx="290588" cy="39527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D647F630-7A74-15B0-9CCD-E96DFA91139C}"/>
                  </a:ext>
                </a:extLst>
              </p:cNvPr>
              <p:cNvGrpSpPr/>
              <p:nvPr/>
            </p:nvGrpSpPr>
            <p:grpSpPr>
              <a:xfrm>
                <a:off x="6636049" y="1879653"/>
                <a:ext cx="533766" cy="484067"/>
                <a:chOff x="8403705" y="1231745"/>
                <a:chExt cx="846540" cy="719198"/>
              </a:xfrm>
            </p:grpSpPr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5796883C-0DEE-6F86-656D-1D826577194F}"/>
                    </a:ext>
                  </a:extLst>
                </p:cNvPr>
                <p:cNvSpPr/>
                <p:nvPr/>
              </p:nvSpPr>
              <p:spPr>
                <a:xfrm rot="16395075">
                  <a:off x="9075726" y="1776425"/>
                  <a:ext cx="177229" cy="171808"/>
                </a:xfrm>
                <a:prstGeom prst="ellipse">
                  <a:avLst/>
                </a:prstGeom>
                <a:solidFill>
                  <a:srgbClr val="445D4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489EE562-EB28-AE2A-2E89-1FB39E05AA94}"/>
                    </a:ext>
                  </a:extLst>
                </p:cNvPr>
                <p:cNvSpPr/>
                <p:nvPr/>
              </p:nvSpPr>
              <p:spPr>
                <a:xfrm rot="16395075">
                  <a:off x="8400994" y="1769201"/>
                  <a:ext cx="177229" cy="171808"/>
                </a:xfrm>
                <a:prstGeom prst="ellipse">
                  <a:avLst/>
                </a:prstGeom>
                <a:solidFill>
                  <a:srgbClr val="445D4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0AA8C9DB-E2E8-9866-27AF-DB7878CD0520}"/>
                    </a:ext>
                  </a:extLst>
                </p:cNvPr>
                <p:cNvSpPr/>
                <p:nvPr/>
              </p:nvSpPr>
              <p:spPr>
                <a:xfrm rot="11054898">
                  <a:off x="8727328" y="1231745"/>
                  <a:ext cx="182755" cy="16661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cxnSp>
              <p:nvCxnSpPr>
                <p:cNvPr id="113" name="Straight Arrow Connector 112">
                  <a:extLst>
                    <a:ext uri="{FF2B5EF4-FFF2-40B4-BE49-F238E27FC236}">
                      <a16:creationId xmlns:a16="http://schemas.microsoft.com/office/drawing/2014/main" id="{0DB6A9AB-8896-82CB-0A1B-B4C4C7503512}"/>
                    </a:ext>
                  </a:extLst>
                </p:cNvPr>
                <p:cNvCxnSpPr>
                  <a:cxnSpLocks/>
                  <a:stCxn id="111" idx="6"/>
                  <a:endCxn id="112" idx="7"/>
                </p:cNvCxnSpPr>
                <p:nvPr/>
              </p:nvCxnSpPr>
              <p:spPr>
                <a:xfrm flipV="1">
                  <a:off x="8494634" y="1369010"/>
                  <a:ext cx="255272" cy="39762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Arrow Connector 113">
                  <a:extLst>
                    <a:ext uri="{FF2B5EF4-FFF2-40B4-BE49-F238E27FC236}">
                      <a16:creationId xmlns:a16="http://schemas.microsoft.com/office/drawing/2014/main" id="{0F981FD2-7233-C78B-A530-96E467BB4742}"/>
                    </a:ext>
                  </a:extLst>
                </p:cNvPr>
                <p:cNvCxnSpPr>
                  <a:cxnSpLocks/>
                  <a:stCxn id="112" idx="1"/>
                  <a:endCxn id="110" idx="6"/>
                </p:cNvCxnSpPr>
                <p:nvPr/>
              </p:nvCxnSpPr>
              <p:spPr>
                <a:xfrm>
                  <a:off x="8878778" y="1378583"/>
                  <a:ext cx="290588" cy="39527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331AFF5-28D8-030C-5EF7-1A45F03A21CB}"/>
                </a:ext>
              </a:extLst>
            </p:cNvPr>
            <p:cNvGrpSpPr/>
            <p:nvPr/>
          </p:nvGrpSpPr>
          <p:grpSpPr>
            <a:xfrm>
              <a:off x="5156756" y="1877784"/>
              <a:ext cx="533766" cy="391679"/>
              <a:chOff x="8403705" y="1369010"/>
              <a:chExt cx="846540" cy="581933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0EF1BC7A-EE65-99E9-A948-F994811B6D0F}"/>
                  </a:ext>
                </a:extLst>
              </p:cNvPr>
              <p:cNvSpPr/>
              <p:nvPr/>
            </p:nvSpPr>
            <p:spPr>
              <a:xfrm rot="16395075">
                <a:off x="9075726" y="1776425"/>
                <a:ext cx="177229" cy="171808"/>
              </a:xfrm>
              <a:prstGeom prst="ellipse">
                <a:avLst/>
              </a:prstGeom>
              <a:solidFill>
                <a:srgbClr val="FEFDC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59CAF8C9-0929-2CAD-0B3F-4E19FF3489BC}"/>
                  </a:ext>
                </a:extLst>
              </p:cNvPr>
              <p:cNvSpPr/>
              <p:nvPr/>
            </p:nvSpPr>
            <p:spPr>
              <a:xfrm rot="16395075">
                <a:off x="8400994" y="1769201"/>
                <a:ext cx="177229" cy="1718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04AD44D-229E-E248-C3DF-0CD3FC93FEA8}"/>
                  </a:ext>
                </a:extLst>
              </p:cNvPr>
              <p:cNvCxnSpPr>
                <a:cxnSpLocks/>
                <a:stCxn id="104" idx="6"/>
              </p:cNvCxnSpPr>
              <p:nvPr/>
            </p:nvCxnSpPr>
            <p:spPr>
              <a:xfrm flipV="1">
                <a:off x="8494634" y="1369010"/>
                <a:ext cx="255272" cy="39762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60621BDD-1AFA-D022-1A78-18BC8D25E748}"/>
                  </a:ext>
                </a:extLst>
              </p:cNvPr>
              <p:cNvCxnSpPr>
                <a:cxnSpLocks/>
                <a:endCxn id="103" idx="6"/>
              </p:cNvCxnSpPr>
              <p:nvPr/>
            </p:nvCxnSpPr>
            <p:spPr>
              <a:xfrm>
                <a:off x="8878778" y="1378583"/>
                <a:ext cx="290588" cy="39527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979773-CBE6-06B6-7A3E-BCE6C344FCEA}"/>
                </a:ext>
              </a:extLst>
            </p:cNvPr>
            <p:cNvGrpSpPr/>
            <p:nvPr/>
          </p:nvGrpSpPr>
          <p:grpSpPr>
            <a:xfrm>
              <a:off x="5880517" y="1788142"/>
              <a:ext cx="533766" cy="484067"/>
              <a:chOff x="8403705" y="1231745"/>
              <a:chExt cx="846540" cy="719198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A3AF8B0-9F5B-BC4F-A480-4293C97EB50A}"/>
                  </a:ext>
                </a:extLst>
              </p:cNvPr>
              <p:cNvSpPr/>
              <p:nvPr/>
            </p:nvSpPr>
            <p:spPr>
              <a:xfrm rot="16395075">
                <a:off x="9075726" y="1776425"/>
                <a:ext cx="177229" cy="171808"/>
              </a:xfrm>
              <a:prstGeom prst="ellipse">
                <a:avLst/>
              </a:prstGeom>
              <a:solidFill>
                <a:srgbClr val="445D4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204EFE4B-1FA2-2AA6-2160-BA6A2F3ACA81}"/>
                  </a:ext>
                </a:extLst>
              </p:cNvPr>
              <p:cNvSpPr/>
              <p:nvPr/>
            </p:nvSpPr>
            <p:spPr>
              <a:xfrm rot="16395075">
                <a:off x="8400994" y="1769201"/>
                <a:ext cx="177229" cy="171808"/>
              </a:xfrm>
              <a:prstGeom prst="ellipse">
                <a:avLst/>
              </a:prstGeom>
              <a:solidFill>
                <a:srgbClr val="FFCF9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68DC7C60-4E2F-1060-E5BD-939F9BDF72C9}"/>
                  </a:ext>
                </a:extLst>
              </p:cNvPr>
              <p:cNvSpPr/>
              <p:nvPr/>
            </p:nvSpPr>
            <p:spPr>
              <a:xfrm rot="11054898">
                <a:off x="8727328" y="1231745"/>
                <a:ext cx="182755" cy="16661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BD965BC7-8081-3B9C-5A93-0BA0ABF5F134}"/>
                  </a:ext>
                </a:extLst>
              </p:cNvPr>
              <p:cNvCxnSpPr>
                <a:cxnSpLocks/>
                <a:stCxn id="99" idx="6"/>
                <a:endCxn id="100" idx="7"/>
              </p:cNvCxnSpPr>
              <p:nvPr/>
            </p:nvCxnSpPr>
            <p:spPr>
              <a:xfrm flipV="1">
                <a:off x="8494634" y="1369010"/>
                <a:ext cx="255272" cy="39762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C9911846-BF22-254D-0C88-09248E8A163C}"/>
                  </a:ext>
                </a:extLst>
              </p:cNvPr>
              <p:cNvCxnSpPr>
                <a:cxnSpLocks/>
                <a:stCxn id="100" idx="1"/>
                <a:endCxn id="98" idx="6"/>
              </p:cNvCxnSpPr>
              <p:nvPr/>
            </p:nvCxnSpPr>
            <p:spPr>
              <a:xfrm>
                <a:off x="8878778" y="1378583"/>
                <a:ext cx="290588" cy="39527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96BF6A9-47CB-FC11-52BF-4C46D6CA8FFD}"/>
                </a:ext>
              </a:extLst>
            </p:cNvPr>
            <p:cNvGrpSpPr/>
            <p:nvPr/>
          </p:nvGrpSpPr>
          <p:grpSpPr>
            <a:xfrm>
              <a:off x="6573101" y="1786583"/>
              <a:ext cx="533766" cy="484067"/>
              <a:chOff x="8403705" y="1231745"/>
              <a:chExt cx="846540" cy="71919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45D986C-3271-EC66-5B7B-211AE2F0F9E7}"/>
                  </a:ext>
                </a:extLst>
              </p:cNvPr>
              <p:cNvSpPr/>
              <p:nvPr/>
            </p:nvSpPr>
            <p:spPr>
              <a:xfrm rot="16395075">
                <a:off x="9075726" y="1776425"/>
                <a:ext cx="177229" cy="171808"/>
              </a:xfrm>
              <a:prstGeom prst="ellipse">
                <a:avLst/>
              </a:prstGeom>
              <a:solidFill>
                <a:srgbClr val="445D4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03DF0FE-CD90-1747-9CF6-2E9270E1D154}"/>
                  </a:ext>
                </a:extLst>
              </p:cNvPr>
              <p:cNvSpPr/>
              <p:nvPr/>
            </p:nvSpPr>
            <p:spPr>
              <a:xfrm rot="16395075">
                <a:off x="8400994" y="1769201"/>
                <a:ext cx="177229" cy="171808"/>
              </a:xfrm>
              <a:prstGeom prst="ellipse">
                <a:avLst/>
              </a:prstGeom>
              <a:solidFill>
                <a:srgbClr val="445D4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685D1E7-31ED-2E98-FFE0-57D273C70309}"/>
                  </a:ext>
                </a:extLst>
              </p:cNvPr>
              <p:cNvSpPr/>
              <p:nvPr/>
            </p:nvSpPr>
            <p:spPr>
              <a:xfrm rot="11054898">
                <a:off x="8727328" y="1231745"/>
                <a:ext cx="182755" cy="16661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964" dirty="0"/>
              </a:p>
            </p:txBody>
          </p: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CBC6D8E8-DE8B-9BD7-F8EC-4490BE4BA085}"/>
                  </a:ext>
                </a:extLst>
              </p:cNvPr>
              <p:cNvCxnSpPr>
                <a:cxnSpLocks/>
                <a:stCxn id="94" idx="6"/>
                <a:endCxn id="95" idx="7"/>
              </p:cNvCxnSpPr>
              <p:nvPr/>
            </p:nvCxnSpPr>
            <p:spPr>
              <a:xfrm flipV="1">
                <a:off x="8494634" y="1369010"/>
                <a:ext cx="255272" cy="39762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4FEA6D2-935C-1C6F-F8C7-532C8742F71F}"/>
                  </a:ext>
                </a:extLst>
              </p:cNvPr>
              <p:cNvCxnSpPr>
                <a:cxnSpLocks/>
                <a:stCxn id="95" idx="1"/>
                <a:endCxn id="93" idx="6"/>
              </p:cNvCxnSpPr>
              <p:nvPr/>
            </p:nvCxnSpPr>
            <p:spPr>
              <a:xfrm>
                <a:off x="8878778" y="1378583"/>
                <a:ext cx="290588" cy="39527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BCA1602-7CB1-9695-6F0C-D8206E42CF1B}"/>
                </a:ext>
              </a:extLst>
            </p:cNvPr>
            <p:cNvGrpSpPr/>
            <p:nvPr/>
          </p:nvGrpSpPr>
          <p:grpSpPr>
            <a:xfrm>
              <a:off x="5093474" y="2503904"/>
              <a:ext cx="2047299" cy="514606"/>
              <a:chOff x="5232005" y="3243845"/>
              <a:chExt cx="2047299" cy="514606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77D5A55A-4A3F-105C-209D-1C0F38075FFF}"/>
                  </a:ext>
                </a:extLst>
              </p:cNvPr>
              <p:cNvGrpSpPr/>
              <p:nvPr/>
            </p:nvGrpSpPr>
            <p:grpSpPr>
              <a:xfrm>
                <a:off x="5232005" y="3243845"/>
                <a:ext cx="611552" cy="500338"/>
                <a:chOff x="7187942" y="2245942"/>
                <a:chExt cx="969906" cy="743372"/>
              </a:xfrm>
            </p:grpSpPr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CEBFB47E-0E9A-98BD-BB7B-D12D4588C14D}"/>
                    </a:ext>
                  </a:extLst>
                </p:cNvPr>
                <p:cNvSpPr/>
                <p:nvPr/>
              </p:nvSpPr>
              <p:spPr>
                <a:xfrm rot="6972535">
                  <a:off x="7193285" y="2793639"/>
                  <a:ext cx="167516" cy="178201"/>
                </a:xfrm>
                <a:prstGeom prst="ellipse">
                  <a:avLst/>
                </a:prstGeom>
                <a:solidFill>
                  <a:srgbClr val="445D4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6201A97C-D2F7-9AE6-20B6-72950344954A}"/>
                    </a:ext>
                  </a:extLst>
                </p:cNvPr>
                <p:cNvSpPr/>
                <p:nvPr/>
              </p:nvSpPr>
              <p:spPr>
                <a:xfrm rot="1632358">
                  <a:off x="7591458" y="2245942"/>
                  <a:ext cx="195723" cy="191407"/>
                </a:xfrm>
                <a:prstGeom prst="ellipse">
                  <a:avLst/>
                </a:prstGeom>
                <a:solidFill>
                  <a:srgbClr val="0137E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47BCAC42-6D85-D223-B1BF-BBEB75F68318}"/>
                    </a:ext>
                  </a:extLst>
                </p:cNvPr>
                <p:cNvSpPr/>
                <p:nvPr/>
              </p:nvSpPr>
              <p:spPr>
                <a:xfrm rot="6972535">
                  <a:off x="7964475" y="2795941"/>
                  <a:ext cx="196183" cy="190563"/>
                </a:xfrm>
                <a:prstGeom prst="ellipse">
                  <a:avLst/>
                </a:prstGeom>
                <a:solidFill>
                  <a:srgbClr val="445D4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A69191D1-6C72-D842-2ED5-675EBE7BB249}"/>
                    </a:ext>
                  </a:extLst>
                </p:cNvPr>
                <p:cNvCxnSpPr>
                  <a:cxnSpLocks/>
                  <a:stCxn id="87" idx="0"/>
                  <a:endCxn id="89" idx="5"/>
                </p:cNvCxnSpPr>
                <p:nvPr/>
              </p:nvCxnSpPr>
              <p:spPr>
                <a:xfrm flipV="1">
                  <a:off x="7356983" y="2921985"/>
                  <a:ext cx="616169" cy="236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1D93BBB7-D422-1BDF-752C-F1925D1745F5}"/>
                    </a:ext>
                  </a:extLst>
                </p:cNvPr>
                <p:cNvCxnSpPr>
                  <a:cxnSpLocks/>
                  <a:stCxn id="88" idx="3"/>
                  <a:endCxn id="87" idx="2"/>
                </p:cNvCxnSpPr>
                <p:nvPr/>
              </p:nvCxnSpPr>
              <p:spPr>
                <a:xfrm flipH="1">
                  <a:off x="7314034" y="2370194"/>
                  <a:ext cx="282803" cy="43739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>
                  <a:extLst>
                    <a:ext uri="{FF2B5EF4-FFF2-40B4-BE49-F238E27FC236}">
                      <a16:creationId xmlns:a16="http://schemas.microsoft.com/office/drawing/2014/main" id="{1EF18507-2C92-2A7A-1792-DAF6DCA1D048}"/>
                    </a:ext>
                  </a:extLst>
                </p:cNvPr>
                <p:cNvCxnSpPr>
                  <a:cxnSpLocks/>
                  <a:stCxn id="89" idx="3"/>
                  <a:endCxn id="88" idx="6"/>
                </p:cNvCxnSpPr>
                <p:nvPr/>
              </p:nvCxnSpPr>
              <p:spPr>
                <a:xfrm flipH="1" flipV="1">
                  <a:off x="7776354" y="2388960"/>
                  <a:ext cx="254733" cy="40856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83CBBB5C-991F-BCB4-753F-BE76C1CEF169}"/>
                  </a:ext>
                </a:extLst>
              </p:cNvPr>
              <p:cNvGrpSpPr/>
              <p:nvPr/>
            </p:nvGrpSpPr>
            <p:grpSpPr>
              <a:xfrm>
                <a:off x="5976887" y="3254454"/>
                <a:ext cx="611552" cy="500338"/>
                <a:chOff x="7187942" y="2245942"/>
                <a:chExt cx="969906" cy="743372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F078B32E-18B5-D36E-35C1-C31BE5AC649E}"/>
                    </a:ext>
                  </a:extLst>
                </p:cNvPr>
                <p:cNvSpPr/>
                <p:nvPr/>
              </p:nvSpPr>
              <p:spPr>
                <a:xfrm rot="6972535">
                  <a:off x="7193285" y="2793639"/>
                  <a:ext cx="167516" cy="178201"/>
                </a:xfrm>
                <a:prstGeom prst="ellipse">
                  <a:avLst/>
                </a:prstGeom>
                <a:solidFill>
                  <a:srgbClr val="FEFDC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54A39679-4C23-5D18-303E-BE372FD51142}"/>
                    </a:ext>
                  </a:extLst>
                </p:cNvPr>
                <p:cNvSpPr/>
                <p:nvPr/>
              </p:nvSpPr>
              <p:spPr>
                <a:xfrm rot="1632358">
                  <a:off x="7591458" y="2245942"/>
                  <a:ext cx="195723" cy="19140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AC8F324C-3BC0-BC79-A849-9FE1AA22FE44}"/>
                    </a:ext>
                  </a:extLst>
                </p:cNvPr>
                <p:cNvSpPr/>
                <p:nvPr/>
              </p:nvSpPr>
              <p:spPr>
                <a:xfrm rot="6972535">
                  <a:off x="7964475" y="2795941"/>
                  <a:ext cx="196183" cy="190563"/>
                </a:xfrm>
                <a:prstGeom prst="ellipse">
                  <a:avLst/>
                </a:prstGeom>
                <a:solidFill>
                  <a:srgbClr val="445D4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7BEFE3E7-02CD-BF57-E574-44B28574B386}"/>
                    </a:ext>
                  </a:extLst>
                </p:cNvPr>
                <p:cNvCxnSpPr>
                  <a:cxnSpLocks/>
                  <a:stCxn id="81" idx="0"/>
                  <a:endCxn id="83" idx="5"/>
                </p:cNvCxnSpPr>
                <p:nvPr/>
              </p:nvCxnSpPr>
              <p:spPr>
                <a:xfrm flipV="1">
                  <a:off x="7356983" y="2921985"/>
                  <a:ext cx="616169" cy="236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4FA0A48E-D018-D873-DA6E-CB92B55FF11E}"/>
                    </a:ext>
                  </a:extLst>
                </p:cNvPr>
                <p:cNvCxnSpPr>
                  <a:cxnSpLocks/>
                  <a:stCxn id="82" idx="3"/>
                  <a:endCxn id="81" idx="2"/>
                </p:cNvCxnSpPr>
                <p:nvPr/>
              </p:nvCxnSpPr>
              <p:spPr>
                <a:xfrm flipH="1">
                  <a:off x="7314034" y="2370194"/>
                  <a:ext cx="282803" cy="43739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E5EE47DB-AD30-9773-E298-CDB8B52C5BEC}"/>
                    </a:ext>
                  </a:extLst>
                </p:cNvPr>
                <p:cNvCxnSpPr>
                  <a:cxnSpLocks/>
                  <a:stCxn id="83" idx="3"/>
                  <a:endCxn id="82" idx="6"/>
                </p:cNvCxnSpPr>
                <p:nvPr/>
              </p:nvCxnSpPr>
              <p:spPr>
                <a:xfrm flipH="1" flipV="1">
                  <a:off x="7776354" y="2388960"/>
                  <a:ext cx="254733" cy="40856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09CC44D5-0B88-9380-13E5-C8983B22228B}"/>
                  </a:ext>
                </a:extLst>
              </p:cNvPr>
              <p:cNvGrpSpPr/>
              <p:nvPr/>
            </p:nvGrpSpPr>
            <p:grpSpPr>
              <a:xfrm>
                <a:off x="6667752" y="3258113"/>
                <a:ext cx="611552" cy="500338"/>
                <a:chOff x="7187942" y="2245942"/>
                <a:chExt cx="969906" cy="743372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55188460-8B9B-6815-C087-08289829125A}"/>
                    </a:ext>
                  </a:extLst>
                </p:cNvPr>
                <p:cNvSpPr/>
                <p:nvPr/>
              </p:nvSpPr>
              <p:spPr>
                <a:xfrm rot="6972535">
                  <a:off x="7193285" y="2793639"/>
                  <a:ext cx="167516" cy="17820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6BE951C5-6ED2-5F4B-CC03-06E4DB5AEF0D}"/>
                    </a:ext>
                  </a:extLst>
                </p:cNvPr>
                <p:cNvSpPr/>
                <p:nvPr/>
              </p:nvSpPr>
              <p:spPr>
                <a:xfrm rot="1632358">
                  <a:off x="7591458" y="2245942"/>
                  <a:ext cx="195723" cy="191407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49B54909-5F11-3E83-D310-66F521FC68CC}"/>
                    </a:ext>
                  </a:extLst>
                </p:cNvPr>
                <p:cNvSpPr/>
                <p:nvPr/>
              </p:nvSpPr>
              <p:spPr>
                <a:xfrm rot="6972535">
                  <a:off x="7964475" y="2795941"/>
                  <a:ext cx="196183" cy="19056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964" dirty="0"/>
                </a:p>
              </p:txBody>
            </p: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038F39BE-86E2-C164-F103-CC7D238A26CB}"/>
                    </a:ext>
                  </a:extLst>
                </p:cNvPr>
                <p:cNvCxnSpPr>
                  <a:cxnSpLocks/>
                  <a:stCxn id="75" idx="0"/>
                  <a:endCxn id="77" idx="5"/>
                </p:cNvCxnSpPr>
                <p:nvPr/>
              </p:nvCxnSpPr>
              <p:spPr>
                <a:xfrm flipV="1">
                  <a:off x="7356983" y="2921985"/>
                  <a:ext cx="616169" cy="236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8301E025-F34C-FA6A-1D74-F011C267BF4D}"/>
                    </a:ext>
                  </a:extLst>
                </p:cNvPr>
                <p:cNvCxnSpPr>
                  <a:cxnSpLocks/>
                  <a:stCxn id="76" idx="3"/>
                  <a:endCxn id="75" idx="2"/>
                </p:cNvCxnSpPr>
                <p:nvPr/>
              </p:nvCxnSpPr>
              <p:spPr>
                <a:xfrm flipH="1">
                  <a:off x="7314034" y="2370194"/>
                  <a:ext cx="282803" cy="43739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9F2C9FAB-6C83-E0A3-8D62-04762B8C4ACB}"/>
                    </a:ext>
                  </a:extLst>
                </p:cNvPr>
                <p:cNvCxnSpPr>
                  <a:cxnSpLocks/>
                  <a:stCxn id="77" idx="3"/>
                  <a:endCxn id="76" idx="6"/>
                </p:cNvCxnSpPr>
                <p:nvPr/>
              </p:nvCxnSpPr>
              <p:spPr>
                <a:xfrm flipH="1" flipV="1">
                  <a:off x="7776354" y="2388960"/>
                  <a:ext cx="254733" cy="40856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5F5F128-537A-1ED9-499D-8C9AFC3944C1}"/>
                </a:ext>
              </a:extLst>
            </p:cNvPr>
            <p:cNvSpPr/>
            <p:nvPr/>
          </p:nvSpPr>
          <p:spPr>
            <a:xfrm rot="7431500">
              <a:off x="5113263" y="3716046"/>
              <a:ext cx="112749" cy="112361"/>
            </a:xfrm>
            <a:prstGeom prst="ellipse">
              <a:avLst/>
            </a:prstGeom>
            <a:solidFill>
              <a:srgbClr val="445D4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5AFF077-7B8B-D859-17C0-126CBF0A8067}"/>
                </a:ext>
              </a:extLst>
            </p:cNvPr>
            <p:cNvSpPr/>
            <p:nvPr/>
          </p:nvSpPr>
          <p:spPr>
            <a:xfrm rot="2684443">
              <a:off x="5101271" y="3299346"/>
              <a:ext cx="123409" cy="128829"/>
            </a:xfrm>
            <a:prstGeom prst="ellipse">
              <a:avLst/>
            </a:prstGeom>
            <a:solidFill>
              <a:srgbClr val="0137E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1DAE793-C541-A7F1-D945-DF486F777849}"/>
                </a:ext>
              </a:extLst>
            </p:cNvPr>
            <p:cNvSpPr/>
            <p:nvPr/>
          </p:nvSpPr>
          <p:spPr>
            <a:xfrm rot="6103141">
              <a:off x="5627537" y="3713416"/>
              <a:ext cx="132044" cy="1201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C2AE81C-F756-622F-D9A5-C7E3B3A2FB68}"/>
                </a:ext>
              </a:extLst>
            </p:cNvPr>
            <p:cNvCxnSpPr>
              <a:cxnSpLocks/>
              <a:stCxn id="25" idx="5"/>
              <a:endCxn id="24" idx="3"/>
            </p:cNvCxnSpPr>
            <p:nvPr/>
          </p:nvCxnSpPr>
          <p:spPr>
            <a:xfrm flipH="1">
              <a:off x="5158858" y="3426825"/>
              <a:ext cx="3048" cy="2901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0A4CB3E-3EB0-E239-F8CB-F53AA1FEB18E}"/>
                </a:ext>
              </a:extLst>
            </p:cNvPr>
            <p:cNvCxnSpPr>
              <a:cxnSpLocks/>
              <a:stCxn id="25" idx="7"/>
              <a:endCxn id="29" idx="3"/>
            </p:cNvCxnSpPr>
            <p:nvPr/>
          </p:nvCxnSpPr>
          <p:spPr>
            <a:xfrm>
              <a:off x="5226028" y="3362120"/>
              <a:ext cx="404477" cy="688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EA7FBB0-4A40-030B-6B4D-A7B493719D7B}"/>
                </a:ext>
              </a:extLst>
            </p:cNvPr>
            <p:cNvSpPr/>
            <p:nvPr/>
          </p:nvSpPr>
          <p:spPr>
            <a:xfrm rot="2684443">
              <a:off x="5631853" y="3302950"/>
              <a:ext cx="123409" cy="12882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5DA8C08-70C8-B427-A38E-112DCFAE6E10}"/>
                </a:ext>
              </a:extLst>
            </p:cNvPr>
            <p:cNvCxnSpPr>
              <a:cxnSpLocks/>
              <a:stCxn id="25" idx="6"/>
              <a:endCxn id="26" idx="3"/>
            </p:cNvCxnSpPr>
            <p:nvPr/>
          </p:nvCxnSpPr>
          <p:spPr>
            <a:xfrm>
              <a:off x="5206804" y="3407195"/>
              <a:ext cx="454641" cy="31195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DFA190E-6503-1BC4-252F-6408474D7A13}"/>
                </a:ext>
              </a:extLst>
            </p:cNvPr>
            <p:cNvSpPr/>
            <p:nvPr/>
          </p:nvSpPr>
          <p:spPr>
            <a:xfrm rot="7431500">
              <a:off x="5853625" y="3720485"/>
              <a:ext cx="112749" cy="1123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5D9796B-F1B6-95CD-BAC1-FFDC48A3687B}"/>
                </a:ext>
              </a:extLst>
            </p:cNvPr>
            <p:cNvSpPr/>
            <p:nvPr/>
          </p:nvSpPr>
          <p:spPr>
            <a:xfrm rot="2684443">
              <a:off x="5841633" y="3303785"/>
              <a:ext cx="123409" cy="128829"/>
            </a:xfrm>
            <a:prstGeom prst="ellipse">
              <a:avLst/>
            </a:prstGeom>
            <a:solidFill>
              <a:srgbClr val="0137E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FEFB6ED-3C78-643C-33D6-6AF5AB3FF54D}"/>
                </a:ext>
              </a:extLst>
            </p:cNvPr>
            <p:cNvSpPr/>
            <p:nvPr/>
          </p:nvSpPr>
          <p:spPr>
            <a:xfrm rot="6103141">
              <a:off x="6367899" y="3717855"/>
              <a:ext cx="132044" cy="120155"/>
            </a:xfrm>
            <a:prstGeom prst="ellipse">
              <a:avLst/>
            </a:prstGeom>
            <a:solidFill>
              <a:srgbClr val="FEFDC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8FDA41-4170-4357-DA2A-70EA87375E07}"/>
                </a:ext>
              </a:extLst>
            </p:cNvPr>
            <p:cNvCxnSpPr>
              <a:cxnSpLocks/>
              <a:stCxn id="32" idx="5"/>
              <a:endCxn id="31" idx="3"/>
            </p:cNvCxnSpPr>
            <p:nvPr/>
          </p:nvCxnSpPr>
          <p:spPr>
            <a:xfrm flipH="1">
              <a:off x="5899220" y="3431264"/>
              <a:ext cx="3048" cy="2901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2D9A26F-B7DB-5175-A98C-56C6C5C8164A}"/>
                </a:ext>
              </a:extLst>
            </p:cNvPr>
            <p:cNvCxnSpPr>
              <a:cxnSpLocks/>
              <a:stCxn id="32" idx="7"/>
              <a:endCxn id="36" idx="3"/>
            </p:cNvCxnSpPr>
            <p:nvPr/>
          </p:nvCxnSpPr>
          <p:spPr>
            <a:xfrm>
              <a:off x="5966390" y="3366559"/>
              <a:ext cx="404477" cy="6885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698A7B-364C-B8CF-CDF5-6A40EEE12577}"/>
                </a:ext>
              </a:extLst>
            </p:cNvPr>
            <p:cNvSpPr/>
            <p:nvPr/>
          </p:nvSpPr>
          <p:spPr>
            <a:xfrm rot="2684443">
              <a:off x="6372215" y="3307389"/>
              <a:ext cx="123409" cy="128829"/>
            </a:xfrm>
            <a:prstGeom prst="ellipse">
              <a:avLst/>
            </a:prstGeom>
            <a:solidFill>
              <a:srgbClr val="445D4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458B207-6E7E-71D1-998B-A9CF329E53CB}"/>
                </a:ext>
              </a:extLst>
            </p:cNvPr>
            <p:cNvCxnSpPr>
              <a:cxnSpLocks/>
              <a:stCxn id="32" idx="6"/>
              <a:endCxn id="33" idx="3"/>
            </p:cNvCxnSpPr>
            <p:nvPr/>
          </p:nvCxnSpPr>
          <p:spPr>
            <a:xfrm>
              <a:off x="5947166" y="3411634"/>
              <a:ext cx="454641" cy="31195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9F15F8C-37F9-403F-EA40-A150A6C88501}"/>
                </a:ext>
              </a:extLst>
            </p:cNvPr>
            <p:cNvSpPr/>
            <p:nvPr/>
          </p:nvSpPr>
          <p:spPr>
            <a:xfrm rot="7431500">
              <a:off x="6593359" y="3730504"/>
              <a:ext cx="112749" cy="11236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F1E50AC-AD83-C55C-A7F7-729072CA0710}"/>
                </a:ext>
              </a:extLst>
            </p:cNvPr>
            <p:cNvSpPr/>
            <p:nvPr/>
          </p:nvSpPr>
          <p:spPr>
            <a:xfrm rot="2684443">
              <a:off x="6581367" y="3313804"/>
              <a:ext cx="123409" cy="128829"/>
            </a:xfrm>
            <a:prstGeom prst="ellipse">
              <a:avLst/>
            </a:prstGeom>
            <a:solidFill>
              <a:srgbClr val="445D4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F3A442E-E7AE-73B2-D1DE-0BFB4737BAE1}"/>
                </a:ext>
              </a:extLst>
            </p:cNvPr>
            <p:cNvSpPr/>
            <p:nvPr/>
          </p:nvSpPr>
          <p:spPr>
            <a:xfrm rot="6103141">
              <a:off x="7107633" y="3727874"/>
              <a:ext cx="132044" cy="120155"/>
            </a:xfrm>
            <a:prstGeom prst="ellipse">
              <a:avLst/>
            </a:prstGeom>
            <a:solidFill>
              <a:srgbClr val="445D4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2E5EE13-590B-58A5-80D8-D306D4B8042A}"/>
                </a:ext>
              </a:extLst>
            </p:cNvPr>
            <p:cNvCxnSpPr>
              <a:cxnSpLocks/>
              <a:stCxn id="39" idx="5"/>
              <a:endCxn id="38" idx="3"/>
            </p:cNvCxnSpPr>
            <p:nvPr/>
          </p:nvCxnSpPr>
          <p:spPr>
            <a:xfrm flipH="1">
              <a:off x="6638954" y="3441283"/>
              <a:ext cx="3048" cy="2901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843E6CB-B513-AC7B-82B6-F5D287D1D676}"/>
                </a:ext>
              </a:extLst>
            </p:cNvPr>
            <p:cNvCxnSpPr>
              <a:cxnSpLocks/>
              <a:stCxn id="39" idx="7"/>
              <a:endCxn id="43" idx="3"/>
            </p:cNvCxnSpPr>
            <p:nvPr/>
          </p:nvCxnSpPr>
          <p:spPr>
            <a:xfrm>
              <a:off x="6706124" y="3376578"/>
              <a:ext cx="404477" cy="6885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B401D08-E226-DE14-6E2C-F266D9836B5E}"/>
                </a:ext>
              </a:extLst>
            </p:cNvPr>
            <p:cNvSpPr/>
            <p:nvPr/>
          </p:nvSpPr>
          <p:spPr>
            <a:xfrm rot="2684443">
              <a:off x="7111949" y="3317408"/>
              <a:ext cx="123409" cy="128829"/>
            </a:xfrm>
            <a:prstGeom prst="ellipse">
              <a:avLst/>
            </a:prstGeom>
            <a:solidFill>
              <a:srgbClr val="0137E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964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4CEED16-3D7B-18BA-000E-C60CDB9FB1F4}"/>
                </a:ext>
              </a:extLst>
            </p:cNvPr>
            <p:cNvCxnSpPr>
              <a:cxnSpLocks/>
              <a:stCxn id="39" idx="6"/>
              <a:endCxn id="40" idx="3"/>
            </p:cNvCxnSpPr>
            <p:nvPr/>
          </p:nvCxnSpPr>
          <p:spPr>
            <a:xfrm>
              <a:off x="6686900" y="3421653"/>
              <a:ext cx="454641" cy="311958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30BD1E7-1BC3-89A1-5356-69737368CC6B}"/>
                </a:ext>
              </a:extLst>
            </p:cNvPr>
            <p:cNvSpPr txBox="1"/>
            <p:nvPr/>
          </p:nvSpPr>
          <p:spPr>
            <a:xfrm>
              <a:off x="4941277" y="1453923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|=5.82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A818A7B-F161-999B-DA0C-0058703A902D}"/>
                </a:ext>
              </a:extLst>
            </p:cNvPr>
            <p:cNvSpPr txBox="1"/>
            <p:nvPr/>
          </p:nvSpPr>
          <p:spPr>
            <a:xfrm>
              <a:off x="5661445" y="1454024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|=5.45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B5F61BC-C8C3-A207-7B61-257641BE78E4}"/>
                </a:ext>
              </a:extLst>
            </p:cNvPr>
            <p:cNvSpPr txBox="1"/>
            <p:nvPr/>
          </p:nvSpPr>
          <p:spPr>
            <a:xfrm>
              <a:off x="6385745" y="1452280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|=3.01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0357558-445C-2956-6000-05391C40F678}"/>
                </a:ext>
              </a:extLst>
            </p:cNvPr>
            <p:cNvSpPr txBox="1"/>
            <p:nvPr/>
          </p:nvSpPr>
          <p:spPr>
            <a:xfrm>
              <a:off x="4942084" y="2229466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|=2.91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4DE3E9-09ED-D0FE-604A-C4D3801AE783}"/>
                </a:ext>
              </a:extLst>
            </p:cNvPr>
            <p:cNvSpPr txBox="1"/>
            <p:nvPr/>
          </p:nvSpPr>
          <p:spPr>
            <a:xfrm>
              <a:off x="5661578" y="2227349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|=2.16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C69FA6-9621-FD46-9437-0108E6FCABF1}"/>
                </a:ext>
              </a:extLst>
            </p:cNvPr>
            <p:cNvSpPr txBox="1"/>
            <p:nvPr/>
          </p:nvSpPr>
          <p:spPr>
            <a:xfrm>
              <a:off x="6401806" y="2227769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|=2.13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2A60E46-6791-EBE4-0589-DCCA6B802706}"/>
                </a:ext>
              </a:extLst>
            </p:cNvPr>
            <p:cNvSpPr txBox="1"/>
            <p:nvPr/>
          </p:nvSpPr>
          <p:spPr>
            <a:xfrm>
              <a:off x="4917402" y="2984838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2.06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CB2087-0F80-B6F9-CB60-F5BA90C97BF8}"/>
                </a:ext>
              </a:extLst>
            </p:cNvPr>
            <p:cNvSpPr txBox="1"/>
            <p:nvPr/>
          </p:nvSpPr>
          <p:spPr>
            <a:xfrm>
              <a:off x="5655283" y="2983492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2.04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AA32967-F11E-B51A-79ED-1581B56FC145}"/>
                </a:ext>
              </a:extLst>
            </p:cNvPr>
            <p:cNvSpPr txBox="1"/>
            <p:nvPr/>
          </p:nvSpPr>
          <p:spPr>
            <a:xfrm>
              <a:off x="6417000" y="2983297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2.01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ED9D16-2323-78B9-9943-8B6A25876E73}"/>
                </a:ext>
              </a:extLst>
            </p:cNvPr>
            <p:cNvSpPr txBox="1"/>
            <p:nvPr/>
          </p:nvSpPr>
          <p:spPr>
            <a:xfrm>
              <a:off x="4933288" y="3813047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3.15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A88A8EE-A80D-60DE-6B76-F9AD12FA9B87}"/>
                </a:ext>
              </a:extLst>
            </p:cNvPr>
            <p:cNvSpPr txBox="1"/>
            <p:nvPr/>
          </p:nvSpPr>
          <p:spPr>
            <a:xfrm>
              <a:off x="5677784" y="3803185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3.02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BA20EEC-E495-0B91-D583-5262CC099D1D}"/>
                </a:ext>
              </a:extLst>
            </p:cNvPr>
            <p:cNvSpPr txBox="1"/>
            <p:nvPr/>
          </p:nvSpPr>
          <p:spPr>
            <a:xfrm>
              <a:off x="6430051" y="3802924"/>
              <a:ext cx="952098" cy="2891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|z-score</a:t>
              </a:r>
              <a:r>
                <a:rPr lang="en-US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5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2.58</a:t>
              </a:r>
              <a:endParaRPr lang="en-CN" sz="5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AC631950-ED01-75F9-3A04-DA570CB4B2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7510"/>
            <a:stretch/>
          </p:blipFill>
          <p:spPr>
            <a:xfrm>
              <a:off x="998001" y="733667"/>
              <a:ext cx="3920384" cy="3404135"/>
            </a:xfrm>
            <a:prstGeom prst="rect">
              <a:avLst/>
            </a:prstGeom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592DF7B-E864-9512-7EBB-0E7F9736B585}"/>
                </a:ext>
              </a:extLst>
            </p:cNvPr>
            <p:cNvSpPr/>
            <p:nvPr/>
          </p:nvSpPr>
          <p:spPr>
            <a:xfrm>
              <a:off x="5344025" y="2495577"/>
              <a:ext cx="140050" cy="139473"/>
            </a:xfrm>
            <a:prstGeom prst="rect">
              <a:avLst/>
            </a:prstGeom>
            <a:solidFill>
              <a:srgbClr val="14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B7FEABC-37E6-9DD0-97FA-AA436300A8CF}"/>
                </a:ext>
              </a:extLst>
            </p:cNvPr>
            <p:cNvSpPr/>
            <p:nvPr/>
          </p:nvSpPr>
          <p:spPr>
            <a:xfrm>
              <a:off x="5351293" y="1764176"/>
              <a:ext cx="140050" cy="139473"/>
            </a:xfrm>
            <a:prstGeom prst="rect">
              <a:avLst/>
            </a:prstGeom>
            <a:solidFill>
              <a:srgbClr val="14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AD4923F-81BE-F775-721B-FDA7CA7B013E}"/>
                </a:ext>
              </a:extLst>
            </p:cNvPr>
            <p:cNvSpPr/>
            <p:nvPr/>
          </p:nvSpPr>
          <p:spPr>
            <a:xfrm>
              <a:off x="5834858" y="1363916"/>
              <a:ext cx="140050" cy="139473"/>
            </a:xfrm>
            <a:prstGeom prst="rect">
              <a:avLst/>
            </a:prstGeom>
            <a:solidFill>
              <a:srgbClr val="14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97B6B2B-29BF-36A1-4BCC-46043A5771A3}"/>
                </a:ext>
              </a:extLst>
            </p:cNvPr>
            <p:cNvSpPr/>
            <p:nvPr/>
          </p:nvSpPr>
          <p:spPr>
            <a:xfrm>
              <a:off x="6257187" y="1364757"/>
              <a:ext cx="140050" cy="139473"/>
            </a:xfrm>
            <a:prstGeom prst="rect">
              <a:avLst/>
            </a:prstGeom>
            <a:solidFill>
              <a:srgbClr val="14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4103CCD-DAB9-12B9-BDF8-B73F8BA8D9E5}"/>
                </a:ext>
              </a:extLst>
            </p:cNvPr>
            <p:cNvSpPr/>
            <p:nvPr/>
          </p:nvSpPr>
          <p:spPr>
            <a:xfrm>
              <a:off x="5083435" y="3293952"/>
              <a:ext cx="140050" cy="139473"/>
            </a:xfrm>
            <a:prstGeom prst="rect">
              <a:avLst/>
            </a:prstGeom>
            <a:solidFill>
              <a:srgbClr val="14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86AB6DB-13FF-F454-1738-1F729FE5D722}"/>
                </a:ext>
              </a:extLst>
            </p:cNvPr>
            <p:cNvSpPr/>
            <p:nvPr/>
          </p:nvSpPr>
          <p:spPr>
            <a:xfrm>
              <a:off x="5824992" y="3293637"/>
              <a:ext cx="140050" cy="139473"/>
            </a:xfrm>
            <a:prstGeom prst="rect">
              <a:avLst/>
            </a:prstGeom>
            <a:solidFill>
              <a:srgbClr val="14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21EA4A8-F3F8-4449-C1AB-619231EDAE25}"/>
                </a:ext>
              </a:extLst>
            </p:cNvPr>
            <p:cNvSpPr/>
            <p:nvPr/>
          </p:nvSpPr>
          <p:spPr>
            <a:xfrm>
              <a:off x="5575997" y="1351432"/>
              <a:ext cx="140050" cy="1394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569DC59-7C99-07A5-1A5E-ECC9DE01718C}"/>
                </a:ext>
              </a:extLst>
            </p:cNvPr>
            <p:cNvSpPr/>
            <p:nvPr/>
          </p:nvSpPr>
          <p:spPr>
            <a:xfrm>
              <a:off x="6732597" y="987953"/>
              <a:ext cx="140050" cy="1394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70BD56D-D10E-BB13-E3A9-0AE28B06B44D}"/>
                </a:ext>
              </a:extLst>
            </p:cNvPr>
            <p:cNvSpPr/>
            <p:nvPr/>
          </p:nvSpPr>
          <p:spPr>
            <a:xfrm>
              <a:off x="6067581" y="1772304"/>
              <a:ext cx="140050" cy="1394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542B077-4D91-8721-6D04-970C9A6C920D}"/>
                </a:ext>
              </a:extLst>
            </p:cNvPr>
            <p:cNvSpPr/>
            <p:nvPr/>
          </p:nvSpPr>
          <p:spPr>
            <a:xfrm>
              <a:off x="6766051" y="1768771"/>
              <a:ext cx="140050" cy="1394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CF3F997-E7E5-76FE-E8CD-A0B418B80EE0}"/>
                </a:ext>
              </a:extLst>
            </p:cNvPr>
            <p:cNvSpPr/>
            <p:nvPr/>
          </p:nvSpPr>
          <p:spPr>
            <a:xfrm>
              <a:off x="6569805" y="3710869"/>
              <a:ext cx="140050" cy="1394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434B849-A34D-5CA0-CF65-9A4ECFCB9A8E}"/>
                </a:ext>
              </a:extLst>
            </p:cNvPr>
            <p:cNvSpPr/>
            <p:nvPr/>
          </p:nvSpPr>
          <p:spPr>
            <a:xfrm>
              <a:off x="4319003" y="1903327"/>
              <a:ext cx="140050" cy="139473"/>
            </a:xfrm>
            <a:prstGeom prst="rect">
              <a:avLst/>
            </a:prstGeom>
            <a:solidFill>
              <a:srgbClr val="1400FF"/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ACAE5B1-4A10-7ACE-9831-05054CC6FE0A}"/>
                </a:ext>
              </a:extLst>
            </p:cNvPr>
            <p:cNvSpPr/>
            <p:nvPr/>
          </p:nvSpPr>
          <p:spPr>
            <a:xfrm>
              <a:off x="7104700" y="3313726"/>
              <a:ext cx="140050" cy="139473"/>
            </a:xfrm>
            <a:prstGeom prst="rect">
              <a:avLst/>
            </a:prstGeom>
            <a:solidFill>
              <a:srgbClr val="14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409C78C-45AB-1ECD-3FF9-582C2D97D13E}"/>
                </a:ext>
              </a:extLst>
            </p:cNvPr>
            <p:cNvSpPr/>
            <p:nvPr/>
          </p:nvSpPr>
          <p:spPr>
            <a:xfrm>
              <a:off x="4381422" y="1712731"/>
              <a:ext cx="140050" cy="139473"/>
            </a:xfrm>
            <a:prstGeom prst="rect">
              <a:avLst/>
            </a:prstGeom>
            <a:solidFill>
              <a:srgbClr val="1400FF"/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85"/>
            </a:p>
          </p:txBody>
        </p:sp>
      </p:grpSp>
    </p:spTree>
    <p:extLst>
      <p:ext uri="{BB962C8B-B14F-4D97-AF65-F5344CB8AC3E}">
        <p14:creationId xmlns:p14="http://schemas.microsoft.com/office/powerpoint/2010/main" val="45134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67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佳鑫 王</dc:creator>
  <cp:lastModifiedBy>佳鑫 王</cp:lastModifiedBy>
  <cp:revision>2</cp:revision>
  <dcterms:created xsi:type="dcterms:W3CDTF">2024-04-08T03:33:43Z</dcterms:created>
  <dcterms:modified xsi:type="dcterms:W3CDTF">2024-04-08T03:41:14Z</dcterms:modified>
</cp:coreProperties>
</file>