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</p:sldIdLst>
  <p:sldSz cx="5040313" cy="34988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5B9CD5"/>
    <a:srgbClr val="70A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006"/>
  </p:normalViewPr>
  <p:slideViewPr>
    <p:cSldViewPr snapToGrid="0">
      <p:cViewPr>
        <p:scale>
          <a:sx n="158" d="100"/>
          <a:sy n="158" d="100"/>
        </p:scale>
        <p:origin x="2256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8024" y="572613"/>
            <a:ext cx="4284266" cy="1218118"/>
          </a:xfrm>
        </p:spPr>
        <p:txBody>
          <a:bodyPr anchor="b"/>
          <a:lstStyle>
            <a:lvl1pPr algn="ctr">
              <a:defRPr sz="30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0039" y="1837707"/>
            <a:ext cx="3780235" cy="844745"/>
          </a:xfrm>
        </p:spPr>
        <p:txBody>
          <a:bodyPr/>
          <a:lstStyle>
            <a:lvl1pPr marL="0" indent="0" algn="ctr">
              <a:buNone/>
              <a:defRPr sz="1224"/>
            </a:lvl1pPr>
            <a:lvl2pPr marL="233263" indent="0" algn="ctr">
              <a:buNone/>
              <a:defRPr sz="1020"/>
            </a:lvl2pPr>
            <a:lvl3pPr marL="466527" indent="0" algn="ctr">
              <a:buNone/>
              <a:defRPr sz="918"/>
            </a:lvl3pPr>
            <a:lvl4pPr marL="699790" indent="0" algn="ctr">
              <a:buNone/>
              <a:defRPr sz="816"/>
            </a:lvl4pPr>
            <a:lvl5pPr marL="933054" indent="0" algn="ctr">
              <a:buNone/>
              <a:defRPr sz="816"/>
            </a:lvl5pPr>
            <a:lvl6pPr marL="1166317" indent="0" algn="ctr">
              <a:buNone/>
              <a:defRPr sz="816"/>
            </a:lvl6pPr>
            <a:lvl7pPr marL="1399581" indent="0" algn="ctr">
              <a:buNone/>
              <a:defRPr sz="816"/>
            </a:lvl7pPr>
            <a:lvl8pPr marL="1632844" indent="0" algn="ctr">
              <a:buNone/>
              <a:defRPr sz="816"/>
            </a:lvl8pPr>
            <a:lvl9pPr marL="1866108" indent="0" algn="ctr">
              <a:buNone/>
              <a:defRPr sz="81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A3D1D-544F-C149-814C-EB431451C7CD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24C43-94B0-DA4C-8996-6E2AE063D7E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86988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A3D1D-544F-C149-814C-EB431451C7CD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24C43-94B0-DA4C-8996-6E2AE063D7E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03686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897" y="872284"/>
            <a:ext cx="4347270" cy="1455424"/>
          </a:xfrm>
        </p:spPr>
        <p:txBody>
          <a:bodyPr anchor="b"/>
          <a:lstStyle>
            <a:lvl1pPr>
              <a:defRPr sz="30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897" y="2341477"/>
            <a:ext cx="4347270" cy="765373"/>
          </a:xfrm>
        </p:spPr>
        <p:txBody>
          <a:bodyPr/>
          <a:lstStyle>
            <a:lvl1pPr marL="0" indent="0">
              <a:buNone/>
              <a:defRPr sz="1224">
                <a:solidFill>
                  <a:schemeClr val="tx1"/>
                </a:solidFill>
              </a:defRPr>
            </a:lvl1pPr>
            <a:lvl2pPr marL="233263" indent="0">
              <a:buNone/>
              <a:defRPr sz="1020">
                <a:solidFill>
                  <a:schemeClr val="tx1">
                    <a:tint val="75000"/>
                  </a:schemeClr>
                </a:solidFill>
              </a:defRPr>
            </a:lvl2pPr>
            <a:lvl3pPr marL="466527" indent="0">
              <a:buNone/>
              <a:defRPr sz="918">
                <a:solidFill>
                  <a:schemeClr val="tx1">
                    <a:tint val="75000"/>
                  </a:schemeClr>
                </a:solidFill>
              </a:defRPr>
            </a:lvl3pPr>
            <a:lvl4pPr marL="699790" indent="0">
              <a:buNone/>
              <a:defRPr sz="816">
                <a:solidFill>
                  <a:schemeClr val="tx1">
                    <a:tint val="75000"/>
                  </a:schemeClr>
                </a:solidFill>
              </a:defRPr>
            </a:lvl4pPr>
            <a:lvl5pPr marL="933054" indent="0">
              <a:buNone/>
              <a:defRPr sz="816">
                <a:solidFill>
                  <a:schemeClr val="tx1">
                    <a:tint val="75000"/>
                  </a:schemeClr>
                </a:solidFill>
              </a:defRPr>
            </a:lvl5pPr>
            <a:lvl6pPr marL="1166317" indent="0">
              <a:buNone/>
              <a:defRPr sz="816">
                <a:solidFill>
                  <a:schemeClr val="tx1">
                    <a:tint val="75000"/>
                  </a:schemeClr>
                </a:solidFill>
              </a:defRPr>
            </a:lvl6pPr>
            <a:lvl7pPr marL="1399581" indent="0">
              <a:buNone/>
              <a:defRPr sz="816">
                <a:solidFill>
                  <a:schemeClr val="tx1">
                    <a:tint val="75000"/>
                  </a:schemeClr>
                </a:solidFill>
              </a:defRPr>
            </a:lvl7pPr>
            <a:lvl8pPr marL="1632844" indent="0">
              <a:buNone/>
              <a:defRPr sz="816">
                <a:solidFill>
                  <a:schemeClr val="tx1">
                    <a:tint val="75000"/>
                  </a:schemeClr>
                </a:solidFill>
              </a:defRPr>
            </a:lvl8pPr>
            <a:lvl9pPr marL="1866108" indent="0">
              <a:buNone/>
              <a:defRPr sz="81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A3D1D-544F-C149-814C-EB431451C7CD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24C43-94B0-DA4C-8996-6E2AE063D7E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64078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522" y="931407"/>
            <a:ext cx="2142133" cy="2219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51658" y="931407"/>
            <a:ext cx="2142133" cy="2219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A3D1D-544F-C149-814C-EB431451C7CD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24C43-94B0-DA4C-8996-6E2AE063D7E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00800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186282"/>
            <a:ext cx="4347270" cy="67628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179" y="857704"/>
            <a:ext cx="2132288" cy="420348"/>
          </a:xfrm>
        </p:spPr>
        <p:txBody>
          <a:bodyPr anchor="b"/>
          <a:lstStyle>
            <a:lvl1pPr marL="0" indent="0">
              <a:buNone/>
              <a:defRPr sz="1224" b="1"/>
            </a:lvl1pPr>
            <a:lvl2pPr marL="233263" indent="0">
              <a:buNone/>
              <a:defRPr sz="1020" b="1"/>
            </a:lvl2pPr>
            <a:lvl3pPr marL="466527" indent="0">
              <a:buNone/>
              <a:defRPr sz="918" b="1"/>
            </a:lvl3pPr>
            <a:lvl4pPr marL="699790" indent="0">
              <a:buNone/>
              <a:defRPr sz="816" b="1"/>
            </a:lvl4pPr>
            <a:lvl5pPr marL="933054" indent="0">
              <a:buNone/>
              <a:defRPr sz="816" b="1"/>
            </a:lvl5pPr>
            <a:lvl6pPr marL="1166317" indent="0">
              <a:buNone/>
              <a:defRPr sz="816" b="1"/>
            </a:lvl6pPr>
            <a:lvl7pPr marL="1399581" indent="0">
              <a:buNone/>
              <a:defRPr sz="816" b="1"/>
            </a:lvl7pPr>
            <a:lvl8pPr marL="1632844" indent="0">
              <a:buNone/>
              <a:defRPr sz="816" b="1"/>
            </a:lvl8pPr>
            <a:lvl9pPr marL="1866108" indent="0">
              <a:buNone/>
              <a:defRPr sz="81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79" y="1278052"/>
            <a:ext cx="2132288" cy="1879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51658" y="857704"/>
            <a:ext cx="2142790" cy="420348"/>
          </a:xfrm>
        </p:spPr>
        <p:txBody>
          <a:bodyPr anchor="b"/>
          <a:lstStyle>
            <a:lvl1pPr marL="0" indent="0">
              <a:buNone/>
              <a:defRPr sz="1224" b="1"/>
            </a:lvl1pPr>
            <a:lvl2pPr marL="233263" indent="0">
              <a:buNone/>
              <a:defRPr sz="1020" b="1"/>
            </a:lvl2pPr>
            <a:lvl3pPr marL="466527" indent="0">
              <a:buNone/>
              <a:defRPr sz="918" b="1"/>
            </a:lvl3pPr>
            <a:lvl4pPr marL="699790" indent="0">
              <a:buNone/>
              <a:defRPr sz="816" b="1"/>
            </a:lvl4pPr>
            <a:lvl5pPr marL="933054" indent="0">
              <a:buNone/>
              <a:defRPr sz="816" b="1"/>
            </a:lvl5pPr>
            <a:lvl6pPr marL="1166317" indent="0">
              <a:buNone/>
              <a:defRPr sz="816" b="1"/>
            </a:lvl6pPr>
            <a:lvl7pPr marL="1399581" indent="0">
              <a:buNone/>
              <a:defRPr sz="816" b="1"/>
            </a:lvl7pPr>
            <a:lvl8pPr marL="1632844" indent="0">
              <a:buNone/>
              <a:defRPr sz="816" b="1"/>
            </a:lvl8pPr>
            <a:lvl9pPr marL="1866108" indent="0">
              <a:buNone/>
              <a:defRPr sz="81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51658" y="1278052"/>
            <a:ext cx="2142790" cy="1879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A3D1D-544F-C149-814C-EB431451C7CD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24C43-94B0-DA4C-8996-6E2AE063D7E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10555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A3D1D-544F-C149-814C-EB431451C7CD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24C43-94B0-DA4C-8996-6E2AE063D7E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19538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A3D1D-544F-C149-814C-EB431451C7CD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24C43-94B0-DA4C-8996-6E2AE063D7E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65631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233257"/>
            <a:ext cx="1625632" cy="816398"/>
          </a:xfrm>
        </p:spPr>
        <p:txBody>
          <a:bodyPr anchor="b"/>
          <a:lstStyle>
            <a:lvl1pPr>
              <a:defRPr sz="16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790" y="503771"/>
            <a:ext cx="2551658" cy="2486451"/>
          </a:xfrm>
        </p:spPr>
        <p:txBody>
          <a:bodyPr/>
          <a:lstStyle>
            <a:lvl1pPr>
              <a:defRPr sz="1633"/>
            </a:lvl1pPr>
            <a:lvl2pPr>
              <a:defRPr sz="1429"/>
            </a:lvl2pPr>
            <a:lvl3pPr>
              <a:defRPr sz="1224"/>
            </a:lvl3pPr>
            <a:lvl4pPr>
              <a:defRPr sz="1020"/>
            </a:lvl4pPr>
            <a:lvl5pPr>
              <a:defRPr sz="1020"/>
            </a:lvl5pPr>
            <a:lvl6pPr>
              <a:defRPr sz="1020"/>
            </a:lvl6pPr>
            <a:lvl7pPr>
              <a:defRPr sz="1020"/>
            </a:lvl7pPr>
            <a:lvl8pPr>
              <a:defRPr sz="1020"/>
            </a:lvl8pPr>
            <a:lvl9pPr>
              <a:defRPr sz="10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78" y="1049655"/>
            <a:ext cx="1625632" cy="1944616"/>
          </a:xfrm>
        </p:spPr>
        <p:txBody>
          <a:bodyPr/>
          <a:lstStyle>
            <a:lvl1pPr marL="0" indent="0">
              <a:buNone/>
              <a:defRPr sz="816"/>
            </a:lvl1pPr>
            <a:lvl2pPr marL="233263" indent="0">
              <a:buNone/>
              <a:defRPr sz="714"/>
            </a:lvl2pPr>
            <a:lvl3pPr marL="466527" indent="0">
              <a:buNone/>
              <a:defRPr sz="612"/>
            </a:lvl3pPr>
            <a:lvl4pPr marL="699790" indent="0">
              <a:buNone/>
              <a:defRPr sz="510"/>
            </a:lvl4pPr>
            <a:lvl5pPr marL="933054" indent="0">
              <a:buNone/>
              <a:defRPr sz="510"/>
            </a:lvl5pPr>
            <a:lvl6pPr marL="1166317" indent="0">
              <a:buNone/>
              <a:defRPr sz="510"/>
            </a:lvl6pPr>
            <a:lvl7pPr marL="1399581" indent="0">
              <a:buNone/>
              <a:defRPr sz="510"/>
            </a:lvl7pPr>
            <a:lvl8pPr marL="1632844" indent="0">
              <a:buNone/>
              <a:defRPr sz="510"/>
            </a:lvl8pPr>
            <a:lvl9pPr marL="1866108" indent="0">
              <a:buNone/>
              <a:defRPr sz="5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A3D1D-544F-C149-814C-EB431451C7CD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24C43-94B0-DA4C-8996-6E2AE063D7E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15497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233257"/>
            <a:ext cx="1625632" cy="816398"/>
          </a:xfrm>
        </p:spPr>
        <p:txBody>
          <a:bodyPr anchor="b"/>
          <a:lstStyle>
            <a:lvl1pPr>
              <a:defRPr sz="16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42790" y="503771"/>
            <a:ext cx="2551658" cy="2486451"/>
          </a:xfrm>
        </p:spPr>
        <p:txBody>
          <a:bodyPr anchor="t"/>
          <a:lstStyle>
            <a:lvl1pPr marL="0" indent="0">
              <a:buNone/>
              <a:defRPr sz="1633"/>
            </a:lvl1pPr>
            <a:lvl2pPr marL="233263" indent="0">
              <a:buNone/>
              <a:defRPr sz="1429"/>
            </a:lvl2pPr>
            <a:lvl3pPr marL="466527" indent="0">
              <a:buNone/>
              <a:defRPr sz="1224"/>
            </a:lvl3pPr>
            <a:lvl4pPr marL="699790" indent="0">
              <a:buNone/>
              <a:defRPr sz="1020"/>
            </a:lvl4pPr>
            <a:lvl5pPr marL="933054" indent="0">
              <a:buNone/>
              <a:defRPr sz="1020"/>
            </a:lvl5pPr>
            <a:lvl6pPr marL="1166317" indent="0">
              <a:buNone/>
              <a:defRPr sz="1020"/>
            </a:lvl6pPr>
            <a:lvl7pPr marL="1399581" indent="0">
              <a:buNone/>
              <a:defRPr sz="1020"/>
            </a:lvl7pPr>
            <a:lvl8pPr marL="1632844" indent="0">
              <a:buNone/>
              <a:defRPr sz="1020"/>
            </a:lvl8pPr>
            <a:lvl9pPr marL="1866108" indent="0">
              <a:buNone/>
              <a:defRPr sz="10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78" y="1049655"/>
            <a:ext cx="1625632" cy="1944616"/>
          </a:xfrm>
        </p:spPr>
        <p:txBody>
          <a:bodyPr/>
          <a:lstStyle>
            <a:lvl1pPr marL="0" indent="0">
              <a:buNone/>
              <a:defRPr sz="816"/>
            </a:lvl1pPr>
            <a:lvl2pPr marL="233263" indent="0">
              <a:buNone/>
              <a:defRPr sz="714"/>
            </a:lvl2pPr>
            <a:lvl3pPr marL="466527" indent="0">
              <a:buNone/>
              <a:defRPr sz="612"/>
            </a:lvl3pPr>
            <a:lvl4pPr marL="699790" indent="0">
              <a:buNone/>
              <a:defRPr sz="510"/>
            </a:lvl4pPr>
            <a:lvl5pPr marL="933054" indent="0">
              <a:buNone/>
              <a:defRPr sz="510"/>
            </a:lvl5pPr>
            <a:lvl6pPr marL="1166317" indent="0">
              <a:buNone/>
              <a:defRPr sz="510"/>
            </a:lvl6pPr>
            <a:lvl7pPr marL="1399581" indent="0">
              <a:buNone/>
              <a:defRPr sz="510"/>
            </a:lvl7pPr>
            <a:lvl8pPr marL="1632844" indent="0">
              <a:buNone/>
              <a:defRPr sz="510"/>
            </a:lvl8pPr>
            <a:lvl9pPr marL="1866108" indent="0">
              <a:buNone/>
              <a:defRPr sz="5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A3D1D-544F-C149-814C-EB431451C7CD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24C43-94B0-DA4C-8996-6E2AE063D7E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26002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A3D1D-544F-C149-814C-EB431451C7CD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24C43-94B0-DA4C-8996-6E2AE063D7E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27504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06975" y="186281"/>
            <a:ext cx="1086817" cy="29651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6522" y="186281"/>
            <a:ext cx="3197449" cy="296511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A3D1D-544F-C149-814C-EB431451C7CD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24C43-94B0-DA4C-8996-6E2AE063D7E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73361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6522" y="186282"/>
            <a:ext cx="4347270" cy="6762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522" y="931407"/>
            <a:ext cx="4347270" cy="22199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6522" y="3242917"/>
            <a:ext cx="1134070" cy="1862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1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BA3D1D-544F-C149-814C-EB431451C7CD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9604" y="3242917"/>
            <a:ext cx="1701106" cy="1862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1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9721" y="3242917"/>
            <a:ext cx="1134070" cy="1862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1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C24C43-94B0-DA4C-8996-6E2AE063D7E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82667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66527" rtl="0" eaLnBrk="1" latinLnBrk="0" hangingPunct="1">
        <a:lnSpc>
          <a:spcPct val="90000"/>
        </a:lnSpc>
        <a:spcBef>
          <a:spcPct val="0"/>
        </a:spcBef>
        <a:buNone/>
        <a:defRPr sz="224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6632" indent="-116632" algn="l" defTabSz="466527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1429" kern="1200">
          <a:solidFill>
            <a:schemeClr val="tx1"/>
          </a:solidFill>
          <a:latin typeface="+mn-lt"/>
          <a:ea typeface="+mn-ea"/>
          <a:cs typeface="+mn-cs"/>
        </a:defRPr>
      </a:lvl1pPr>
      <a:lvl2pPr marL="349895" indent="-116632" algn="l" defTabSz="466527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1224" kern="1200">
          <a:solidFill>
            <a:schemeClr val="tx1"/>
          </a:solidFill>
          <a:latin typeface="+mn-lt"/>
          <a:ea typeface="+mn-ea"/>
          <a:cs typeface="+mn-cs"/>
        </a:defRPr>
      </a:lvl2pPr>
      <a:lvl3pPr marL="583159" indent="-116632" algn="l" defTabSz="466527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1020" kern="1200">
          <a:solidFill>
            <a:schemeClr val="tx1"/>
          </a:solidFill>
          <a:latin typeface="+mn-lt"/>
          <a:ea typeface="+mn-ea"/>
          <a:cs typeface="+mn-cs"/>
        </a:defRPr>
      </a:lvl3pPr>
      <a:lvl4pPr marL="816422" indent="-116632" algn="l" defTabSz="466527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18" kern="1200">
          <a:solidFill>
            <a:schemeClr val="tx1"/>
          </a:solidFill>
          <a:latin typeface="+mn-lt"/>
          <a:ea typeface="+mn-ea"/>
          <a:cs typeface="+mn-cs"/>
        </a:defRPr>
      </a:lvl4pPr>
      <a:lvl5pPr marL="1049685" indent="-116632" algn="l" defTabSz="466527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18" kern="1200">
          <a:solidFill>
            <a:schemeClr val="tx1"/>
          </a:solidFill>
          <a:latin typeface="+mn-lt"/>
          <a:ea typeface="+mn-ea"/>
          <a:cs typeface="+mn-cs"/>
        </a:defRPr>
      </a:lvl5pPr>
      <a:lvl6pPr marL="1282949" indent="-116632" algn="l" defTabSz="466527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18" kern="1200">
          <a:solidFill>
            <a:schemeClr val="tx1"/>
          </a:solidFill>
          <a:latin typeface="+mn-lt"/>
          <a:ea typeface="+mn-ea"/>
          <a:cs typeface="+mn-cs"/>
        </a:defRPr>
      </a:lvl6pPr>
      <a:lvl7pPr marL="1516212" indent="-116632" algn="l" defTabSz="466527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18" kern="1200">
          <a:solidFill>
            <a:schemeClr val="tx1"/>
          </a:solidFill>
          <a:latin typeface="+mn-lt"/>
          <a:ea typeface="+mn-ea"/>
          <a:cs typeface="+mn-cs"/>
        </a:defRPr>
      </a:lvl7pPr>
      <a:lvl8pPr marL="1749476" indent="-116632" algn="l" defTabSz="466527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18" kern="1200">
          <a:solidFill>
            <a:schemeClr val="tx1"/>
          </a:solidFill>
          <a:latin typeface="+mn-lt"/>
          <a:ea typeface="+mn-ea"/>
          <a:cs typeface="+mn-cs"/>
        </a:defRPr>
      </a:lvl8pPr>
      <a:lvl9pPr marL="1982739" indent="-116632" algn="l" defTabSz="466527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66527" rtl="0" eaLnBrk="1" latinLnBrk="0" hangingPunct="1">
        <a:defRPr sz="918" kern="1200">
          <a:solidFill>
            <a:schemeClr val="tx1"/>
          </a:solidFill>
          <a:latin typeface="+mn-lt"/>
          <a:ea typeface="+mn-ea"/>
          <a:cs typeface="+mn-cs"/>
        </a:defRPr>
      </a:lvl1pPr>
      <a:lvl2pPr marL="233263" algn="l" defTabSz="466527" rtl="0" eaLnBrk="1" latinLnBrk="0" hangingPunct="1">
        <a:defRPr sz="918" kern="1200">
          <a:solidFill>
            <a:schemeClr val="tx1"/>
          </a:solidFill>
          <a:latin typeface="+mn-lt"/>
          <a:ea typeface="+mn-ea"/>
          <a:cs typeface="+mn-cs"/>
        </a:defRPr>
      </a:lvl2pPr>
      <a:lvl3pPr marL="466527" algn="l" defTabSz="466527" rtl="0" eaLnBrk="1" latinLnBrk="0" hangingPunct="1">
        <a:defRPr sz="918" kern="1200">
          <a:solidFill>
            <a:schemeClr val="tx1"/>
          </a:solidFill>
          <a:latin typeface="+mn-lt"/>
          <a:ea typeface="+mn-ea"/>
          <a:cs typeface="+mn-cs"/>
        </a:defRPr>
      </a:lvl3pPr>
      <a:lvl4pPr marL="699790" algn="l" defTabSz="466527" rtl="0" eaLnBrk="1" latinLnBrk="0" hangingPunct="1">
        <a:defRPr sz="918" kern="1200">
          <a:solidFill>
            <a:schemeClr val="tx1"/>
          </a:solidFill>
          <a:latin typeface="+mn-lt"/>
          <a:ea typeface="+mn-ea"/>
          <a:cs typeface="+mn-cs"/>
        </a:defRPr>
      </a:lvl4pPr>
      <a:lvl5pPr marL="933054" algn="l" defTabSz="466527" rtl="0" eaLnBrk="1" latinLnBrk="0" hangingPunct="1">
        <a:defRPr sz="918" kern="1200">
          <a:solidFill>
            <a:schemeClr val="tx1"/>
          </a:solidFill>
          <a:latin typeface="+mn-lt"/>
          <a:ea typeface="+mn-ea"/>
          <a:cs typeface="+mn-cs"/>
        </a:defRPr>
      </a:lvl5pPr>
      <a:lvl6pPr marL="1166317" algn="l" defTabSz="466527" rtl="0" eaLnBrk="1" latinLnBrk="0" hangingPunct="1">
        <a:defRPr sz="918" kern="1200">
          <a:solidFill>
            <a:schemeClr val="tx1"/>
          </a:solidFill>
          <a:latin typeface="+mn-lt"/>
          <a:ea typeface="+mn-ea"/>
          <a:cs typeface="+mn-cs"/>
        </a:defRPr>
      </a:lvl6pPr>
      <a:lvl7pPr marL="1399581" algn="l" defTabSz="466527" rtl="0" eaLnBrk="1" latinLnBrk="0" hangingPunct="1">
        <a:defRPr sz="918" kern="1200">
          <a:solidFill>
            <a:schemeClr val="tx1"/>
          </a:solidFill>
          <a:latin typeface="+mn-lt"/>
          <a:ea typeface="+mn-ea"/>
          <a:cs typeface="+mn-cs"/>
        </a:defRPr>
      </a:lvl7pPr>
      <a:lvl8pPr marL="1632844" algn="l" defTabSz="466527" rtl="0" eaLnBrk="1" latinLnBrk="0" hangingPunct="1">
        <a:defRPr sz="918" kern="1200">
          <a:solidFill>
            <a:schemeClr val="tx1"/>
          </a:solidFill>
          <a:latin typeface="+mn-lt"/>
          <a:ea typeface="+mn-ea"/>
          <a:cs typeface="+mn-cs"/>
        </a:defRPr>
      </a:lvl8pPr>
      <a:lvl9pPr marL="1866108" algn="l" defTabSz="466527" rtl="0" eaLnBrk="1" latinLnBrk="0" hangingPunct="1">
        <a:defRPr sz="9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>
            <a:extLst>
              <a:ext uri="{FF2B5EF4-FFF2-40B4-BE49-F238E27FC236}">
                <a16:creationId xmlns:a16="http://schemas.microsoft.com/office/drawing/2014/main" id="{A6F1000C-7698-5108-839C-E7AE01777D03}"/>
              </a:ext>
            </a:extLst>
          </p:cNvPr>
          <p:cNvGrpSpPr/>
          <p:nvPr/>
        </p:nvGrpSpPr>
        <p:grpSpPr>
          <a:xfrm>
            <a:off x="195269" y="133735"/>
            <a:ext cx="4649777" cy="3231382"/>
            <a:chOff x="195269" y="133735"/>
            <a:chExt cx="4649777" cy="323138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14005A8-D31C-C0BB-96BB-F537BE013A20}"/>
                </a:ext>
              </a:extLst>
            </p:cNvPr>
            <p:cNvGrpSpPr/>
            <p:nvPr/>
          </p:nvGrpSpPr>
          <p:grpSpPr>
            <a:xfrm>
              <a:off x="195269" y="133735"/>
              <a:ext cx="4649777" cy="3231382"/>
              <a:chOff x="2991911" y="1646903"/>
              <a:chExt cx="5128679" cy="3564197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F3097530-A9C2-F1B7-1B57-6176E3DADECF}"/>
                  </a:ext>
                </a:extLst>
              </p:cNvPr>
              <p:cNvGrpSpPr/>
              <p:nvPr/>
            </p:nvGrpSpPr>
            <p:grpSpPr>
              <a:xfrm>
                <a:off x="2991911" y="1646903"/>
                <a:ext cx="5128679" cy="3564197"/>
                <a:chOff x="2084387" y="1076324"/>
                <a:chExt cx="7502525" cy="5213911"/>
              </a:xfrm>
            </p:grpSpPr>
            <p:pic>
              <p:nvPicPr>
                <p:cNvPr id="12" name="Picture 11">
                  <a:extLst>
                    <a:ext uri="{FF2B5EF4-FFF2-40B4-BE49-F238E27FC236}">
                      <a16:creationId xmlns:a16="http://schemas.microsoft.com/office/drawing/2014/main" id="{7CD18B22-4132-5A3C-52A9-BABDAA058D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084387" y="1076324"/>
                  <a:ext cx="7502525" cy="5213911"/>
                </a:xfrm>
                <a:prstGeom prst="rect">
                  <a:avLst/>
                </a:prstGeom>
              </p:spPr>
            </p:pic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8D75FC4-1879-21FF-B6FB-8485B842BA84}"/>
                    </a:ext>
                  </a:extLst>
                </p:cNvPr>
                <p:cNvSpPr txBox="1"/>
                <p:nvPr/>
              </p:nvSpPr>
              <p:spPr>
                <a:xfrm rot="18864181">
                  <a:off x="4517331" y="5076118"/>
                  <a:ext cx="1387366" cy="34907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CN" sz="806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SG + AHC</a:t>
                  </a: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1AF271AF-43AD-EC5E-6EEA-561FE66D48B7}"/>
                    </a:ext>
                  </a:extLst>
                </p:cNvPr>
                <p:cNvSpPr txBox="1"/>
                <p:nvPr/>
              </p:nvSpPr>
              <p:spPr>
                <a:xfrm rot="18864181">
                  <a:off x="5027083" y="5076115"/>
                  <a:ext cx="1387366" cy="34907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CN" sz="806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EGC + AHC</a:t>
                  </a: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48171F4-5EA4-1334-A072-89E5C871D402}"/>
                    </a:ext>
                  </a:extLst>
                </p:cNvPr>
                <p:cNvSpPr txBox="1"/>
                <p:nvPr/>
              </p:nvSpPr>
              <p:spPr>
                <a:xfrm rot="18864181">
                  <a:off x="5412620" y="5128329"/>
                  <a:ext cx="1533528" cy="34907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CN" sz="806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GATv2 + AHC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7CE82777-F7EB-0DED-4830-E5EF1A184776}"/>
                    </a:ext>
                  </a:extLst>
                </p:cNvPr>
                <p:cNvSpPr txBox="1"/>
                <p:nvPr/>
              </p:nvSpPr>
              <p:spPr>
                <a:xfrm rot="18864181">
                  <a:off x="5951303" y="5128329"/>
                  <a:ext cx="1533528" cy="34907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CN" sz="806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GF + AHC</a:t>
                  </a: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5BA72118-2E46-2147-DEB8-EA70477BA65D}"/>
                    </a:ext>
                  </a:extLst>
                </p:cNvPr>
                <p:cNvSpPr txBox="1"/>
                <p:nvPr/>
              </p:nvSpPr>
              <p:spPr>
                <a:xfrm rot="18864181">
                  <a:off x="6444718" y="5139205"/>
                  <a:ext cx="1533528" cy="34907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CN" sz="806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PNA + AHC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E0AAE87-5321-6DCF-6B51-CD1529EE9373}"/>
                    </a:ext>
                  </a:extLst>
                </p:cNvPr>
                <p:cNvSpPr txBox="1"/>
                <p:nvPr/>
              </p:nvSpPr>
              <p:spPr>
                <a:xfrm rot="18864181">
                  <a:off x="7097886" y="5081554"/>
                  <a:ext cx="1387366" cy="34907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CN" sz="806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RolX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E5497C0F-789A-4051-C56C-B524231FFEF2}"/>
                    </a:ext>
                  </a:extLst>
                </p:cNvPr>
                <p:cNvSpPr txBox="1"/>
                <p:nvPr/>
              </p:nvSpPr>
              <p:spPr>
                <a:xfrm rot="18864181">
                  <a:off x="7585433" y="5086992"/>
                  <a:ext cx="1387366" cy="34907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CN" sz="806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EPLCD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C870212-8B1C-0D53-22CE-7C35968C42F5}"/>
                    </a:ext>
                  </a:extLst>
                </p:cNvPr>
                <p:cNvSpPr txBox="1"/>
                <p:nvPr/>
              </p:nvSpPr>
              <p:spPr>
                <a:xfrm rot="18864181">
                  <a:off x="8118870" y="5076115"/>
                  <a:ext cx="1387366" cy="34907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CN" sz="806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CCDM(Ours)</a:t>
                  </a: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A73FF07-2FF6-D15E-765C-36BDD3B4EA49}"/>
                    </a:ext>
                  </a:extLst>
                </p:cNvPr>
                <p:cNvSpPr txBox="1"/>
                <p:nvPr/>
              </p:nvSpPr>
              <p:spPr>
                <a:xfrm rot="18864181">
                  <a:off x="2015364" y="5076115"/>
                  <a:ext cx="1387366" cy="34907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CN" sz="806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SG + KMeans</a:t>
                  </a: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E15B89C-648D-790F-7189-E02CC464304B}"/>
                    </a:ext>
                  </a:extLst>
                </p:cNvPr>
                <p:cNvSpPr txBox="1"/>
                <p:nvPr/>
              </p:nvSpPr>
              <p:spPr>
                <a:xfrm rot="18864181">
                  <a:off x="2487752" y="5086995"/>
                  <a:ext cx="1387366" cy="34907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CN" sz="806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EGC + KMeans</a:t>
                  </a: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0C5B9C5-B872-B037-566E-D0BBD5C5AAC4}"/>
                    </a:ext>
                  </a:extLst>
                </p:cNvPr>
                <p:cNvSpPr txBox="1"/>
                <p:nvPr/>
              </p:nvSpPr>
              <p:spPr>
                <a:xfrm rot="18864181">
                  <a:off x="2888869" y="5128325"/>
                  <a:ext cx="1563984" cy="34907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CN" sz="806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GATv2+ KMeans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14EC5C4-D122-1019-8AC1-39EBA7BCC215}"/>
                    </a:ext>
                  </a:extLst>
                </p:cNvPr>
                <p:cNvSpPr txBox="1"/>
                <p:nvPr/>
              </p:nvSpPr>
              <p:spPr>
                <a:xfrm rot="18864181">
                  <a:off x="3548723" y="5065235"/>
                  <a:ext cx="1387366" cy="34907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CN" sz="806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GF + KMeans</a:t>
                  </a: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F6FA4488-2E06-0B73-FA9E-BF27BC3A0DB2}"/>
                    </a:ext>
                  </a:extLst>
                </p:cNvPr>
                <p:cNvSpPr txBox="1"/>
                <p:nvPr/>
              </p:nvSpPr>
              <p:spPr>
                <a:xfrm rot="18864181">
                  <a:off x="4058475" y="5065237"/>
                  <a:ext cx="1387366" cy="34907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CN" sz="806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PNA + KMeans</a:t>
                  </a:r>
                </a:p>
              </p:txBody>
            </p:sp>
          </p:grp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F3327E2-A79D-C6AA-2CEA-E5D1AD5E3264}"/>
                  </a:ext>
                </a:extLst>
              </p:cNvPr>
              <p:cNvSpPr txBox="1"/>
              <p:nvPr/>
            </p:nvSpPr>
            <p:spPr>
              <a:xfrm>
                <a:off x="4676329" y="4908140"/>
                <a:ext cx="697937" cy="2558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CN" sz="907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Accuracy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669FD5-8DBD-6A93-280D-00E913C66D0D}"/>
                  </a:ext>
                </a:extLst>
              </p:cNvPr>
              <p:cNvSpPr txBox="1"/>
              <p:nvPr/>
            </p:nvSpPr>
            <p:spPr>
              <a:xfrm>
                <a:off x="5404972" y="4917950"/>
                <a:ext cx="574956" cy="2558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CN" sz="907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Recall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375CADB-788E-E919-CE91-ABA6F018DF9D}"/>
                  </a:ext>
                </a:extLst>
              </p:cNvPr>
              <p:cNvSpPr txBox="1"/>
              <p:nvPr/>
            </p:nvSpPr>
            <p:spPr>
              <a:xfrm>
                <a:off x="5957356" y="4917950"/>
                <a:ext cx="792578" cy="2558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CN" sz="907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F1-score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554A98C-FE9E-7D3F-E583-95E1612CBAB7}"/>
                  </a:ext>
                </a:extLst>
              </p:cNvPr>
              <p:cNvSpPr/>
              <p:nvPr/>
            </p:nvSpPr>
            <p:spPr>
              <a:xfrm>
                <a:off x="4609372" y="4992261"/>
                <a:ext cx="91103" cy="87728"/>
              </a:xfrm>
              <a:prstGeom prst="rect">
                <a:avLst/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1632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A3C7A6F-2C2A-E820-8D3C-B33897499CF5}"/>
                  </a:ext>
                </a:extLst>
              </p:cNvPr>
              <p:cNvSpPr/>
              <p:nvPr/>
            </p:nvSpPr>
            <p:spPr>
              <a:xfrm>
                <a:off x="5350121" y="4996026"/>
                <a:ext cx="91103" cy="87728"/>
              </a:xfrm>
              <a:prstGeom prst="rect">
                <a:avLst/>
              </a:prstGeom>
              <a:solidFill>
                <a:srgbClr val="5B9CD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1632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DD82401-7E89-8675-D303-43BE89D51270}"/>
                  </a:ext>
                </a:extLst>
              </p:cNvPr>
              <p:cNvSpPr/>
              <p:nvPr/>
            </p:nvSpPr>
            <p:spPr>
              <a:xfrm>
                <a:off x="5921052" y="4998223"/>
                <a:ext cx="91103" cy="87728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1632" dirty="0"/>
              </a:p>
            </p:txBody>
          </p:sp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7D77B14-BB36-0317-9ECA-AFB5D6920EE2}"/>
                </a:ext>
              </a:extLst>
            </p:cNvPr>
            <p:cNvSpPr/>
            <p:nvPr/>
          </p:nvSpPr>
          <p:spPr>
            <a:xfrm>
              <a:off x="703943" y="1654629"/>
              <a:ext cx="58171" cy="676614"/>
            </a:xfrm>
            <a:prstGeom prst="rect">
              <a:avLst/>
            </a:prstGeom>
            <a:solidFill>
              <a:srgbClr val="70AD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454C6B0-D3AF-7FEA-EABE-C66C33F7CDC7}"/>
                </a:ext>
              </a:extLst>
            </p:cNvPr>
            <p:cNvSpPr/>
            <p:nvPr/>
          </p:nvSpPr>
          <p:spPr>
            <a:xfrm>
              <a:off x="1029078" y="1936678"/>
              <a:ext cx="58171" cy="387821"/>
            </a:xfrm>
            <a:prstGeom prst="rect">
              <a:avLst/>
            </a:prstGeom>
            <a:solidFill>
              <a:srgbClr val="70AD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F7581AB-3D36-9267-0808-1DB3A1F85999}"/>
                </a:ext>
              </a:extLst>
            </p:cNvPr>
            <p:cNvSpPr/>
            <p:nvPr/>
          </p:nvSpPr>
          <p:spPr>
            <a:xfrm>
              <a:off x="1340728" y="1181528"/>
              <a:ext cx="52607" cy="1149714"/>
            </a:xfrm>
            <a:prstGeom prst="rect">
              <a:avLst/>
            </a:prstGeom>
            <a:solidFill>
              <a:srgbClr val="70AD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DEFD598-52FE-78E4-3D6A-2B6C27826360}"/>
                </a:ext>
              </a:extLst>
            </p:cNvPr>
            <p:cNvSpPr/>
            <p:nvPr/>
          </p:nvSpPr>
          <p:spPr>
            <a:xfrm>
              <a:off x="1651515" y="1597632"/>
              <a:ext cx="58171" cy="733610"/>
            </a:xfrm>
            <a:prstGeom prst="rect">
              <a:avLst/>
            </a:prstGeom>
            <a:solidFill>
              <a:srgbClr val="70AD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183201B-CFEA-B40F-BD65-672816F7E403}"/>
                </a:ext>
              </a:extLst>
            </p:cNvPr>
            <p:cNvSpPr/>
            <p:nvPr/>
          </p:nvSpPr>
          <p:spPr>
            <a:xfrm>
              <a:off x="1967866" y="1350200"/>
              <a:ext cx="52607" cy="981041"/>
            </a:xfrm>
            <a:prstGeom prst="rect">
              <a:avLst/>
            </a:prstGeom>
            <a:solidFill>
              <a:srgbClr val="70AD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661F264-3597-59C4-504A-2DFF6FBDE815}"/>
                </a:ext>
              </a:extLst>
            </p:cNvPr>
            <p:cNvSpPr/>
            <p:nvPr/>
          </p:nvSpPr>
          <p:spPr>
            <a:xfrm>
              <a:off x="2282858" y="1497802"/>
              <a:ext cx="58172" cy="833440"/>
            </a:xfrm>
            <a:prstGeom prst="rect">
              <a:avLst/>
            </a:prstGeom>
            <a:solidFill>
              <a:srgbClr val="70AD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4B77351-A9B3-25FD-DC38-FB38DEB01AD7}"/>
                </a:ext>
              </a:extLst>
            </p:cNvPr>
            <p:cNvSpPr/>
            <p:nvPr/>
          </p:nvSpPr>
          <p:spPr>
            <a:xfrm>
              <a:off x="2593645" y="1772725"/>
              <a:ext cx="58172" cy="558516"/>
            </a:xfrm>
            <a:prstGeom prst="rect">
              <a:avLst/>
            </a:prstGeom>
            <a:solidFill>
              <a:srgbClr val="70AD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6C89399-EA23-FF21-A747-8FFC973286E4}"/>
                </a:ext>
              </a:extLst>
            </p:cNvPr>
            <p:cNvSpPr/>
            <p:nvPr/>
          </p:nvSpPr>
          <p:spPr>
            <a:xfrm>
              <a:off x="2911399" y="939285"/>
              <a:ext cx="58172" cy="1391955"/>
            </a:xfrm>
            <a:prstGeom prst="rect">
              <a:avLst/>
            </a:prstGeom>
            <a:solidFill>
              <a:srgbClr val="70AD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6DF0510-FA89-647C-45B3-B1C661690777}"/>
                </a:ext>
              </a:extLst>
            </p:cNvPr>
            <p:cNvSpPr/>
            <p:nvPr/>
          </p:nvSpPr>
          <p:spPr>
            <a:xfrm>
              <a:off x="3220595" y="1433092"/>
              <a:ext cx="58172" cy="898148"/>
            </a:xfrm>
            <a:prstGeom prst="rect">
              <a:avLst/>
            </a:prstGeom>
            <a:solidFill>
              <a:srgbClr val="70AD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AE26A3C-751B-0AED-9BE5-4B8EAA0CD95C}"/>
                </a:ext>
              </a:extLst>
            </p:cNvPr>
            <p:cNvSpPr/>
            <p:nvPr/>
          </p:nvSpPr>
          <p:spPr>
            <a:xfrm>
              <a:off x="3541899" y="1312076"/>
              <a:ext cx="58172" cy="1019163"/>
            </a:xfrm>
            <a:prstGeom prst="rect">
              <a:avLst/>
            </a:prstGeom>
            <a:solidFill>
              <a:srgbClr val="70AD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F0380F0-7ECA-BE5A-2B5C-A71437C88386}"/>
                </a:ext>
              </a:extLst>
            </p:cNvPr>
            <p:cNvSpPr/>
            <p:nvPr/>
          </p:nvSpPr>
          <p:spPr>
            <a:xfrm>
              <a:off x="3853362" y="1851330"/>
              <a:ext cx="58172" cy="473169"/>
            </a:xfrm>
            <a:prstGeom prst="rect">
              <a:avLst/>
            </a:prstGeom>
            <a:solidFill>
              <a:srgbClr val="70AD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D43FCDC-5C65-5845-C4B4-83ED678F7A65}"/>
                </a:ext>
              </a:extLst>
            </p:cNvPr>
            <p:cNvSpPr/>
            <p:nvPr/>
          </p:nvSpPr>
          <p:spPr>
            <a:xfrm>
              <a:off x="4169492" y="1305336"/>
              <a:ext cx="58172" cy="1025903"/>
            </a:xfrm>
            <a:prstGeom prst="rect">
              <a:avLst/>
            </a:prstGeom>
            <a:solidFill>
              <a:srgbClr val="70AD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C6D5800-C761-A7A1-79A8-80F679969821}"/>
                </a:ext>
              </a:extLst>
            </p:cNvPr>
            <p:cNvSpPr/>
            <p:nvPr/>
          </p:nvSpPr>
          <p:spPr>
            <a:xfrm>
              <a:off x="4485622" y="572482"/>
              <a:ext cx="58172" cy="1758757"/>
            </a:xfrm>
            <a:prstGeom prst="rect">
              <a:avLst/>
            </a:prstGeom>
            <a:solidFill>
              <a:srgbClr val="70AD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9B3EBAB-FFBC-010C-907D-2ED60ABEFDF0}"/>
                </a:ext>
              </a:extLst>
            </p:cNvPr>
            <p:cNvSpPr/>
            <p:nvPr/>
          </p:nvSpPr>
          <p:spPr>
            <a:xfrm>
              <a:off x="766197" y="1694386"/>
              <a:ext cx="61321" cy="636853"/>
            </a:xfrm>
            <a:prstGeom prst="rect">
              <a:avLst/>
            </a:prstGeom>
            <a:solidFill>
              <a:srgbClr val="5B9CD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D464DB3-4E41-574E-AC87-0C27F29241C4}"/>
                </a:ext>
              </a:extLst>
            </p:cNvPr>
            <p:cNvSpPr/>
            <p:nvPr/>
          </p:nvSpPr>
          <p:spPr>
            <a:xfrm>
              <a:off x="1084482" y="2048719"/>
              <a:ext cx="52608" cy="275781"/>
            </a:xfrm>
            <a:prstGeom prst="rect">
              <a:avLst/>
            </a:prstGeom>
            <a:solidFill>
              <a:srgbClr val="5B9CD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7F2E4D2E-6B1A-0D59-BB83-01826DC39376}"/>
                </a:ext>
              </a:extLst>
            </p:cNvPr>
            <p:cNvSpPr/>
            <p:nvPr/>
          </p:nvSpPr>
          <p:spPr>
            <a:xfrm>
              <a:off x="1401016" y="992930"/>
              <a:ext cx="59204" cy="1338309"/>
            </a:xfrm>
            <a:prstGeom prst="rect">
              <a:avLst/>
            </a:prstGeom>
            <a:solidFill>
              <a:srgbClr val="5B9CD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2FF0F68-10D4-2A51-61BD-A3E671F23965}"/>
                </a:ext>
              </a:extLst>
            </p:cNvPr>
            <p:cNvSpPr/>
            <p:nvPr/>
          </p:nvSpPr>
          <p:spPr>
            <a:xfrm>
              <a:off x="1708985" y="1789009"/>
              <a:ext cx="52606" cy="542230"/>
            </a:xfrm>
            <a:prstGeom prst="rect">
              <a:avLst/>
            </a:prstGeom>
            <a:solidFill>
              <a:srgbClr val="5B9CD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42ABB97-D17E-622B-2515-9A0D318246F8}"/>
                </a:ext>
              </a:extLst>
            </p:cNvPr>
            <p:cNvSpPr/>
            <p:nvPr/>
          </p:nvSpPr>
          <p:spPr>
            <a:xfrm>
              <a:off x="2026920" y="1545683"/>
              <a:ext cx="58172" cy="785555"/>
            </a:xfrm>
            <a:prstGeom prst="rect">
              <a:avLst/>
            </a:prstGeom>
            <a:solidFill>
              <a:srgbClr val="5B9CD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5B16B5E-1BF9-36E7-3FD9-0F612584E601}"/>
                </a:ext>
              </a:extLst>
            </p:cNvPr>
            <p:cNvSpPr/>
            <p:nvPr/>
          </p:nvSpPr>
          <p:spPr>
            <a:xfrm>
              <a:off x="2341507" y="1627131"/>
              <a:ext cx="58172" cy="704108"/>
            </a:xfrm>
            <a:prstGeom prst="rect">
              <a:avLst/>
            </a:prstGeom>
            <a:solidFill>
              <a:srgbClr val="5B9CD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F2B7EE3-FDF1-FC90-3350-46D170FB0001}"/>
                </a:ext>
              </a:extLst>
            </p:cNvPr>
            <p:cNvSpPr/>
            <p:nvPr/>
          </p:nvSpPr>
          <p:spPr>
            <a:xfrm>
              <a:off x="2652562" y="1840720"/>
              <a:ext cx="55874" cy="483779"/>
            </a:xfrm>
            <a:prstGeom prst="rect">
              <a:avLst/>
            </a:prstGeom>
            <a:solidFill>
              <a:srgbClr val="5B9CD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EE3EC6EA-BCBC-B6B1-B226-EEF10C524844}"/>
                </a:ext>
              </a:extLst>
            </p:cNvPr>
            <p:cNvSpPr/>
            <p:nvPr/>
          </p:nvSpPr>
          <p:spPr>
            <a:xfrm>
              <a:off x="2975549" y="866775"/>
              <a:ext cx="50451" cy="1464463"/>
            </a:xfrm>
            <a:prstGeom prst="rect">
              <a:avLst/>
            </a:prstGeom>
            <a:solidFill>
              <a:srgbClr val="5B9CD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76E7804-1ABB-49A1-16CB-BB6CC07332C0}"/>
                </a:ext>
              </a:extLst>
            </p:cNvPr>
            <p:cNvSpPr/>
            <p:nvPr/>
          </p:nvSpPr>
          <p:spPr>
            <a:xfrm>
              <a:off x="3281105" y="1654629"/>
              <a:ext cx="58171" cy="676609"/>
            </a:xfrm>
            <a:prstGeom prst="rect">
              <a:avLst/>
            </a:prstGeom>
            <a:solidFill>
              <a:srgbClr val="5B9CD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76F28662-3B49-52F6-7646-0EDD8CF1C2B9}"/>
                </a:ext>
              </a:extLst>
            </p:cNvPr>
            <p:cNvSpPr/>
            <p:nvPr/>
          </p:nvSpPr>
          <p:spPr>
            <a:xfrm>
              <a:off x="3599362" y="1443684"/>
              <a:ext cx="57067" cy="887554"/>
            </a:xfrm>
            <a:prstGeom prst="rect">
              <a:avLst/>
            </a:prstGeom>
            <a:solidFill>
              <a:srgbClr val="5B9CD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9328A258-A797-6E71-AA46-7BBA7E9E6D5A}"/>
                </a:ext>
              </a:extLst>
            </p:cNvPr>
            <p:cNvSpPr/>
            <p:nvPr/>
          </p:nvSpPr>
          <p:spPr>
            <a:xfrm>
              <a:off x="3911534" y="1929932"/>
              <a:ext cx="58172" cy="394567"/>
            </a:xfrm>
            <a:prstGeom prst="rect">
              <a:avLst/>
            </a:prstGeom>
            <a:solidFill>
              <a:srgbClr val="5B9CD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884BDAF-A1A0-71AE-A6C6-13FBC1F7491D}"/>
                </a:ext>
              </a:extLst>
            </p:cNvPr>
            <p:cNvSpPr/>
            <p:nvPr/>
          </p:nvSpPr>
          <p:spPr>
            <a:xfrm>
              <a:off x="4229708" y="1421518"/>
              <a:ext cx="58172" cy="909720"/>
            </a:xfrm>
            <a:prstGeom prst="rect">
              <a:avLst/>
            </a:prstGeom>
            <a:solidFill>
              <a:srgbClr val="5B9CD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CEE6BCD-6B91-8F32-055D-87065D63F58D}"/>
                </a:ext>
              </a:extLst>
            </p:cNvPr>
            <p:cNvSpPr/>
            <p:nvPr/>
          </p:nvSpPr>
          <p:spPr>
            <a:xfrm>
              <a:off x="4545389" y="778940"/>
              <a:ext cx="58172" cy="1552297"/>
            </a:xfrm>
            <a:prstGeom prst="rect">
              <a:avLst/>
            </a:prstGeom>
            <a:solidFill>
              <a:srgbClr val="5B9CD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18DDB53-05D4-0360-1F4B-6D5646B97B5C}"/>
                </a:ext>
              </a:extLst>
            </p:cNvPr>
            <p:cNvSpPr/>
            <p:nvPr/>
          </p:nvSpPr>
          <p:spPr>
            <a:xfrm>
              <a:off x="828250" y="1661372"/>
              <a:ext cx="61046" cy="66986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9F702197-4934-ACAF-5CA6-6E3F67C19E90}"/>
                </a:ext>
              </a:extLst>
            </p:cNvPr>
            <p:cNvSpPr/>
            <p:nvPr/>
          </p:nvSpPr>
          <p:spPr>
            <a:xfrm>
              <a:off x="1463699" y="1136848"/>
              <a:ext cx="59079" cy="1194389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8F03289-1AB9-2D98-FC03-4E077BD492AB}"/>
                </a:ext>
              </a:extLst>
            </p:cNvPr>
            <p:cNvSpPr/>
            <p:nvPr/>
          </p:nvSpPr>
          <p:spPr>
            <a:xfrm>
              <a:off x="1141744" y="2020914"/>
              <a:ext cx="64309" cy="30358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ADA9FC0F-86A6-3E34-4BF3-7444035879F2}"/>
                </a:ext>
              </a:extLst>
            </p:cNvPr>
            <p:cNvSpPr/>
            <p:nvPr/>
          </p:nvSpPr>
          <p:spPr>
            <a:xfrm>
              <a:off x="1770139" y="1714170"/>
              <a:ext cx="62118" cy="617067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3FBED79-3976-2892-277B-9C511A5DCD9F}"/>
                </a:ext>
              </a:extLst>
            </p:cNvPr>
            <p:cNvSpPr/>
            <p:nvPr/>
          </p:nvSpPr>
          <p:spPr>
            <a:xfrm>
              <a:off x="2089222" y="1475887"/>
              <a:ext cx="65551" cy="85535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DAE76D9D-9BBC-3D52-89C9-A15910476B60}"/>
                </a:ext>
              </a:extLst>
            </p:cNvPr>
            <p:cNvSpPr/>
            <p:nvPr/>
          </p:nvSpPr>
          <p:spPr>
            <a:xfrm>
              <a:off x="2398768" y="1533955"/>
              <a:ext cx="58172" cy="797282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49F40991-809E-B38D-B44A-79D36AB4E32D}"/>
                </a:ext>
              </a:extLst>
            </p:cNvPr>
            <p:cNvSpPr/>
            <p:nvPr/>
          </p:nvSpPr>
          <p:spPr>
            <a:xfrm>
              <a:off x="2717887" y="1789009"/>
              <a:ext cx="62665" cy="53549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FF7E9C7-6333-E7EC-3134-B980D9F98E88}"/>
                </a:ext>
              </a:extLst>
            </p:cNvPr>
            <p:cNvSpPr/>
            <p:nvPr/>
          </p:nvSpPr>
          <p:spPr>
            <a:xfrm>
              <a:off x="3032252" y="916369"/>
              <a:ext cx="57906" cy="1414867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25D6C04D-4BB4-057E-B176-722B87E441EC}"/>
                </a:ext>
              </a:extLst>
            </p:cNvPr>
            <p:cNvSpPr/>
            <p:nvPr/>
          </p:nvSpPr>
          <p:spPr>
            <a:xfrm>
              <a:off x="3347244" y="1591696"/>
              <a:ext cx="58171" cy="732803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9257DDA8-438F-0508-11D1-6036FA9AEA1F}"/>
                </a:ext>
              </a:extLst>
            </p:cNvPr>
            <p:cNvSpPr/>
            <p:nvPr/>
          </p:nvSpPr>
          <p:spPr>
            <a:xfrm>
              <a:off x="3661175" y="1394412"/>
              <a:ext cx="57067" cy="930087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524E29CA-13DB-09F6-E332-D90663C6981F}"/>
                </a:ext>
              </a:extLst>
            </p:cNvPr>
            <p:cNvSpPr/>
            <p:nvPr/>
          </p:nvSpPr>
          <p:spPr>
            <a:xfrm>
              <a:off x="3971825" y="1915309"/>
              <a:ext cx="63999" cy="409189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6F1D7D1A-5E8E-2536-77AB-C2E49E19C86E}"/>
                </a:ext>
              </a:extLst>
            </p:cNvPr>
            <p:cNvSpPr/>
            <p:nvPr/>
          </p:nvSpPr>
          <p:spPr>
            <a:xfrm>
              <a:off x="4288947" y="1358535"/>
              <a:ext cx="58172" cy="972701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7E92871-1BEC-EE2A-A5DC-022CB70828B1}"/>
                </a:ext>
              </a:extLst>
            </p:cNvPr>
            <p:cNvSpPr/>
            <p:nvPr/>
          </p:nvSpPr>
          <p:spPr>
            <a:xfrm>
              <a:off x="4603561" y="741469"/>
              <a:ext cx="58172" cy="1589767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</p:grpSp>
    </p:spTree>
    <p:extLst>
      <p:ext uri="{BB962C8B-B14F-4D97-AF65-F5344CB8AC3E}">
        <p14:creationId xmlns:p14="http://schemas.microsoft.com/office/powerpoint/2010/main" val="1145315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321</TotalTime>
  <Words>39</Words>
  <Application>Microsoft Macintosh PowerPoint</Application>
  <PresentationFormat>Custom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佳鑫 王</dc:creator>
  <cp:lastModifiedBy>佳鑫 王</cp:lastModifiedBy>
  <cp:revision>3</cp:revision>
  <dcterms:created xsi:type="dcterms:W3CDTF">2024-04-08T03:45:20Z</dcterms:created>
  <dcterms:modified xsi:type="dcterms:W3CDTF">2024-04-08T09:06:56Z</dcterms:modified>
</cp:coreProperties>
</file>