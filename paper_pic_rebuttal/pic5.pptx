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6486525" cy="4068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88"/>
  </p:normalViewPr>
  <p:slideViewPr>
    <p:cSldViewPr snapToGrid="0">
      <p:cViewPr varScale="1">
        <p:scale>
          <a:sx n="180" d="100"/>
          <a:sy n="180" d="100"/>
        </p:scale>
        <p:origin x="10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816" y="665884"/>
            <a:ext cx="4864894" cy="1416532"/>
          </a:xfrm>
        </p:spPr>
        <p:txBody>
          <a:bodyPr anchor="b"/>
          <a:lstStyle>
            <a:lvl1pPr algn="ctr">
              <a:defRPr sz="31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816" y="2137043"/>
            <a:ext cx="4864894" cy="982342"/>
          </a:xfrm>
        </p:spPr>
        <p:txBody>
          <a:bodyPr/>
          <a:lstStyle>
            <a:lvl1pPr marL="0" indent="0" algn="ctr">
              <a:buNone/>
              <a:defRPr sz="1277"/>
            </a:lvl1pPr>
            <a:lvl2pPr marL="243230" indent="0" algn="ctr">
              <a:buNone/>
              <a:defRPr sz="1064"/>
            </a:lvl2pPr>
            <a:lvl3pPr marL="486461" indent="0" algn="ctr">
              <a:buNone/>
              <a:defRPr sz="958"/>
            </a:lvl3pPr>
            <a:lvl4pPr marL="729691" indent="0" algn="ctr">
              <a:buNone/>
              <a:defRPr sz="851"/>
            </a:lvl4pPr>
            <a:lvl5pPr marL="972922" indent="0" algn="ctr">
              <a:buNone/>
              <a:defRPr sz="851"/>
            </a:lvl5pPr>
            <a:lvl6pPr marL="1216152" indent="0" algn="ctr">
              <a:buNone/>
              <a:defRPr sz="851"/>
            </a:lvl6pPr>
            <a:lvl7pPr marL="1459382" indent="0" algn="ctr">
              <a:buNone/>
              <a:defRPr sz="851"/>
            </a:lvl7pPr>
            <a:lvl8pPr marL="1702613" indent="0" algn="ctr">
              <a:buNone/>
              <a:defRPr sz="851"/>
            </a:lvl8pPr>
            <a:lvl9pPr marL="1945843" indent="0" algn="ctr">
              <a:buNone/>
              <a:defRPr sz="85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1540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749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570" y="1014366"/>
            <a:ext cx="5594628" cy="1692492"/>
          </a:xfrm>
        </p:spPr>
        <p:txBody>
          <a:bodyPr anchor="b"/>
          <a:lstStyle>
            <a:lvl1pPr>
              <a:defRPr sz="31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570" y="2722869"/>
            <a:ext cx="5594628" cy="890042"/>
          </a:xfrm>
        </p:spPr>
        <p:txBody>
          <a:bodyPr/>
          <a:lstStyle>
            <a:lvl1pPr marL="0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1pPr>
            <a:lvl2pPr marL="243230" indent="0">
              <a:buNone/>
              <a:defRPr sz="1064">
                <a:solidFill>
                  <a:schemeClr val="tx1">
                    <a:tint val="75000"/>
                  </a:schemeClr>
                </a:solidFill>
              </a:defRPr>
            </a:lvl2pPr>
            <a:lvl3pPr marL="486461" indent="0">
              <a:buNone/>
              <a:defRPr sz="958">
                <a:solidFill>
                  <a:schemeClr val="tx1">
                    <a:tint val="75000"/>
                  </a:schemeClr>
                </a:solidFill>
              </a:defRPr>
            </a:lvl3pPr>
            <a:lvl4pPr marL="729691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4pPr>
            <a:lvl5pPr marL="972922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5pPr>
            <a:lvl6pPr marL="1216152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6pPr>
            <a:lvl7pPr marL="1459382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7pPr>
            <a:lvl8pPr marL="1702613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8pPr>
            <a:lvl9pPr marL="1945843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16300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949" y="1083120"/>
            <a:ext cx="2756773" cy="2581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3803" y="1083120"/>
            <a:ext cx="2756773" cy="2581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8663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793" y="216624"/>
            <a:ext cx="5594628" cy="7864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794" y="997413"/>
            <a:ext cx="2744104" cy="488816"/>
          </a:xfrm>
        </p:spPr>
        <p:txBody>
          <a:bodyPr anchor="b"/>
          <a:lstStyle>
            <a:lvl1pPr marL="0" indent="0">
              <a:buNone/>
              <a:defRPr sz="1277" b="1"/>
            </a:lvl1pPr>
            <a:lvl2pPr marL="243230" indent="0">
              <a:buNone/>
              <a:defRPr sz="1064" b="1"/>
            </a:lvl2pPr>
            <a:lvl3pPr marL="486461" indent="0">
              <a:buNone/>
              <a:defRPr sz="958" b="1"/>
            </a:lvl3pPr>
            <a:lvl4pPr marL="729691" indent="0">
              <a:buNone/>
              <a:defRPr sz="851" b="1"/>
            </a:lvl4pPr>
            <a:lvl5pPr marL="972922" indent="0">
              <a:buNone/>
              <a:defRPr sz="851" b="1"/>
            </a:lvl5pPr>
            <a:lvl6pPr marL="1216152" indent="0">
              <a:buNone/>
              <a:defRPr sz="851" b="1"/>
            </a:lvl6pPr>
            <a:lvl7pPr marL="1459382" indent="0">
              <a:buNone/>
              <a:defRPr sz="851" b="1"/>
            </a:lvl7pPr>
            <a:lvl8pPr marL="1702613" indent="0">
              <a:buNone/>
              <a:defRPr sz="851" b="1"/>
            </a:lvl8pPr>
            <a:lvl9pPr marL="1945843" indent="0">
              <a:buNone/>
              <a:defRPr sz="8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794" y="1486228"/>
            <a:ext cx="2744104" cy="21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3803" y="997413"/>
            <a:ext cx="2757618" cy="488816"/>
          </a:xfrm>
        </p:spPr>
        <p:txBody>
          <a:bodyPr anchor="b"/>
          <a:lstStyle>
            <a:lvl1pPr marL="0" indent="0">
              <a:buNone/>
              <a:defRPr sz="1277" b="1"/>
            </a:lvl1pPr>
            <a:lvl2pPr marL="243230" indent="0">
              <a:buNone/>
              <a:defRPr sz="1064" b="1"/>
            </a:lvl2pPr>
            <a:lvl3pPr marL="486461" indent="0">
              <a:buNone/>
              <a:defRPr sz="958" b="1"/>
            </a:lvl3pPr>
            <a:lvl4pPr marL="729691" indent="0">
              <a:buNone/>
              <a:defRPr sz="851" b="1"/>
            </a:lvl4pPr>
            <a:lvl5pPr marL="972922" indent="0">
              <a:buNone/>
              <a:defRPr sz="851" b="1"/>
            </a:lvl5pPr>
            <a:lvl6pPr marL="1216152" indent="0">
              <a:buNone/>
              <a:defRPr sz="851" b="1"/>
            </a:lvl6pPr>
            <a:lvl7pPr marL="1459382" indent="0">
              <a:buNone/>
              <a:defRPr sz="851" b="1"/>
            </a:lvl7pPr>
            <a:lvl8pPr marL="1702613" indent="0">
              <a:buNone/>
              <a:defRPr sz="851" b="1"/>
            </a:lvl8pPr>
            <a:lvl9pPr marL="1945843" indent="0">
              <a:buNone/>
              <a:defRPr sz="8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3803" y="1486228"/>
            <a:ext cx="2757618" cy="21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299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746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7895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794" y="271251"/>
            <a:ext cx="2092073" cy="949378"/>
          </a:xfrm>
        </p:spPr>
        <p:txBody>
          <a:bodyPr anchor="b"/>
          <a:lstStyle>
            <a:lvl1pPr>
              <a:defRPr sz="17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7618" y="585827"/>
            <a:ext cx="3283803" cy="2891459"/>
          </a:xfrm>
        </p:spPr>
        <p:txBody>
          <a:bodyPr/>
          <a:lstStyle>
            <a:lvl1pPr>
              <a:defRPr sz="1702"/>
            </a:lvl1pPr>
            <a:lvl2pPr>
              <a:defRPr sz="1490"/>
            </a:lvl2pPr>
            <a:lvl3pPr>
              <a:defRPr sz="1277"/>
            </a:lvl3pPr>
            <a:lvl4pPr>
              <a:defRPr sz="1064"/>
            </a:lvl4pPr>
            <a:lvl5pPr>
              <a:defRPr sz="1064"/>
            </a:lvl5pPr>
            <a:lvl6pPr>
              <a:defRPr sz="1064"/>
            </a:lvl6pPr>
            <a:lvl7pPr>
              <a:defRPr sz="1064"/>
            </a:lvl7pPr>
            <a:lvl8pPr>
              <a:defRPr sz="1064"/>
            </a:lvl8pPr>
            <a:lvl9pPr>
              <a:defRPr sz="10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794" y="1220629"/>
            <a:ext cx="2092073" cy="2261366"/>
          </a:xfrm>
        </p:spPr>
        <p:txBody>
          <a:bodyPr/>
          <a:lstStyle>
            <a:lvl1pPr marL="0" indent="0">
              <a:buNone/>
              <a:defRPr sz="851"/>
            </a:lvl1pPr>
            <a:lvl2pPr marL="243230" indent="0">
              <a:buNone/>
              <a:defRPr sz="745"/>
            </a:lvl2pPr>
            <a:lvl3pPr marL="486461" indent="0">
              <a:buNone/>
              <a:defRPr sz="638"/>
            </a:lvl3pPr>
            <a:lvl4pPr marL="729691" indent="0">
              <a:buNone/>
              <a:defRPr sz="532"/>
            </a:lvl4pPr>
            <a:lvl5pPr marL="972922" indent="0">
              <a:buNone/>
              <a:defRPr sz="532"/>
            </a:lvl5pPr>
            <a:lvl6pPr marL="1216152" indent="0">
              <a:buNone/>
              <a:defRPr sz="532"/>
            </a:lvl6pPr>
            <a:lvl7pPr marL="1459382" indent="0">
              <a:buNone/>
              <a:defRPr sz="532"/>
            </a:lvl7pPr>
            <a:lvl8pPr marL="1702613" indent="0">
              <a:buNone/>
              <a:defRPr sz="532"/>
            </a:lvl8pPr>
            <a:lvl9pPr marL="1945843" indent="0">
              <a:buNone/>
              <a:defRPr sz="5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1259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794" y="271251"/>
            <a:ext cx="2092073" cy="949378"/>
          </a:xfrm>
        </p:spPr>
        <p:txBody>
          <a:bodyPr anchor="b"/>
          <a:lstStyle>
            <a:lvl1pPr>
              <a:defRPr sz="17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7618" y="585827"/>
            <a:ext cx="3283803" cy="2891459"/>
          </a:xfrm>
        </p:spPr>
        <p:txBody>
          <a:bodyPr anchor="t"/>
          <a:lstStyle>
            <a:lvl1pPr marL="0" indent="0">
              <a:buNone/>
              <a:defRPr sz="1702"/>
            </a:lvl1pPr>
            <a:lvl2pPr marL="243230" indent="0">
              <a:buNone/>
              <a:defRPr sz="1490"/>
            </a:lvl2pPr>
            <a:lvl3pPr marL="486461" indent="0">
              <a:buNone/>
              <a:defRPr sz="1277"/>
            </a:lvl3pPr>
            <a:lvl4pPr marL="729691" indent="0">
              <a:buNone/>
              <a:defRPr sz="1064"/>
            </a:lvl4pPr>
            <a:lvl5pPr marL="972922" indent="0">
              <a:buNone/>
              <a:defRPr sz="1064"/>
            </a:lvl5pPr>
            <a:lvl6pPr marL="1216152" indent="0">
              <a:buNone/>
              <a:defRPr sz="1064"/>
            </a:lvl6pPr>
            <a:lvl7pPr marL="1459382" indent="0">
              <a:buNone/>
              <a:defRPr sz="1064"/>
            </a:lvl7pPr>
            <a:lvl8pPr marL="1702613" indent="0">
              <a:buNone/>
              <a:defRPr sz="1064"/>
            </a:lvl8pPr>
            <a:lvl9pPr marL="1945843" indent="0">
              <a:buNone/>
              <a:defRPr sz="10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794" y="1220629"/>
            <a:ext cx="2092073" cy="2261366"/>
          </a:xfrm>
        </p:spPr>
        <p:txBody>
          <a:bodyPr/>
          <a:lstStyle>
            <a:lvl1pPr marL="0" indent="0">
              <a:buNone/>
              <a:defRPr sz="851"/>
            </a:lvl1pPr>
            <a:lvl2pPr marL="243230" indent="0">
              <a:buNone/>
              <a:defRPr sz="745"/>
            </a:lvl2pPr>
            <a:lvl3pPr marL="486461" indent="0">
              <a:buNone/>
              <a:defRPr sz="638"/>
            </a:lvl3pPr>
            <a:lvl4pPr marL="729691" indent="0">
              <a:buNone/>
              <a:defRPr sz="532"/>
            </a:lvl4pPr>
            <a:lvl5pPr marL="972922" indent="0">
              <a:buNone/>
              <a:defRPr sz="532"/>
            </a:lvl5pPr>
            <a:lvl6pPr marL="1216152" indent="0">
              <a:buNone/>
              <a:defRPr sz="532"/>
            </a:lvl6pPr>
            <a:lvl7pPr marL="1459382" indent="0">
              <a:buNone/>
              <a:defRPr sz="532"/>
            </a:lvl7pPr>
            <a:lvl8pPr marL="1702613" indent="0">
              <a:buNone/>
              <a:defRPr sz="532"/>
            </a:lvl8pPr>
            <a:lvl9pPr marL="1945843" indent="0">
              <a:buNone/>
              <a:defRPr sz="5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5333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73169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41919" y="216624"/>
            <a:ext cx="1398657" cy="34480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949" y="216624"/>
            <a:ext cx="4114889" cy="34480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771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949" y="216624"/>
            <a:ext cx="5594628" cy="78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949" y="1083120"/>
            <a:ext cx="5594628" cy="2581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949" y="3771141"/>
            <a:ext cx="1459468" cy="2166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0AD66-8E09-B445-9D2C-E275BB56496A}" type="datetimeFigureOut">
              <a:rPr lang="en-CN" smtClean="0"/>
              <a:t>2024/4/8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8662" y="3771141"/>
            <a:ext cx="2189202" cy="2166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81108" y="3771141"/>
            <a:ext cx="1459468" cy="2166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C3F40-8E49-8B4E-9F06-CF2E75FC3F9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2414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486461" rtl="0" eaLnBrk="1" latinLnBrk="0" hangingPunct="1">
        <a:lnSpc>
          <a:spcPct val="90000"/>
        </a:lnSpc>
        <a:spcBef>
          <a:spcPct val="0"/>
        </a:spcBef>
        <a:buNone/>
        <a:defRPr sz="23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615" indent="-121615" algn="l" defTabSz="486461" rtl="0" eaLnBrk="1" latinLnBrk="0" hangingPunct="1">
        <a:lnSpc>
          <a:spcPct val="90000"/>
        </a:lnSpc>
        <a:spcBef>
          <a:spcPts val="532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64846" indent="-121615" algn="l" defTabSz="486461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1277" kern="1200">
          <a:solidFill>
            <a:schemeClr val="tx1"/>
          </a:solidFill>
          <a:latin typeface="+mn-lt"/>
          <a:ea typeface="+mn-ea"/>
          <a:cs typeface="+mn-cs"/>
        </a:defRPr>
      </a:lvl2pPr>
      <a:lvl3pPr marL="608076" indent="-121615" algn="l" defTabSz="486461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3pPr>
      <a:lvl4pPr marL="851306" indent="-121615" algn="l" defTabSz="486461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8" kern="1200">
          <a:solidFill>
            <a:schemeClr val="tx1"/>
          </a:solidFill>
          <a:latin typeface="+mn-lt"/>
          <a:ea typeface="+mn-ea"/>
          <a:cs typeface="+mn-cs"/>
        </a:defRPr>
      </a:lvl4pPr>
      <a:lvl5pPr marL="1094537" indent="-121615" algn="l" defTabSz="486461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8" kern="1200">
          <a:solidFill>
            <a:schemeClr val="tx1"/>
          </a:solidFill>
          <a:latin typeface="+mn-lt"/>
          <a:ea typeface="+mn-ea"/>
          <a:cs typeface="+mn-cs"/>
        </a:defRPr>
      </a:lvl5pPr>
      <a:lvl6pPr marL="1337767" indent="-121615" algn="l" defTabSz="486461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8" kern="1200">
          <a:solidFill>
            <a:schemeClr val="tx1"/>
          </a:solidFill>
          <a:latin typeface="+mn-lt"/>
          <a:ea typeface="+mn-ea"/>
          <a:cs typeface="+mn-cs"/>
        </a:defRPr>
      </a:lvl6pPr>
      <a:lvl7pPr marL="1580998" indent="-121615" algn="l" defTabSz="486461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8" kern="1200">
          <a:solidFill>
            <a:schemeClr val="tx1"/>
          </a:solidFill>
          <a:latin typeface="+mn-lt"/>
          <a:ea typeface="+mn-ea"/>
          <a:cs typeface="+mn-cs"/>
        </a:defRPr>
      </a:lvl7pPr>
      <a:lvl8pPr marL="1824228" indent="-121615" algn="l" defTabSz="486461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8" kern="1200">
          <a:solidFill>
            <a:schemeClr val="tx1"/>
          </a:solidFill>
          <a:latin typeface="+mn-lt"/>
          <a:ea typeface="+mn-ea"/>
          <a:cs typeface="+mn-cs"/>
        </a:defRPr>
      </a:lvl8pPr>
      <a:lvl9pPr marL="2067458" indent="-121615" algn="l" defTabSz="486461" rtl="0" eaLnBrk="1" latinLnBrk="0" hangingPunct="1">
        <a:lnSpc>
          <a:spcPct val="90000"/>
        </a:lnSpc>
        <a:spcBef>
          <a:spcPts val="266"/>
        </a:spcBef>
        <a:buFont typeface="Arial" panose="020B0604020202020204" pitchFamily="34" charset="0"/>
        <a:buChar char="•"/>
        <a:defRPr sz="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6461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1pPr>
      <a:lvl2pPr marL="243230" algn="l" defTabSz="486461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2pPr>
      <a:lvl3pPr marL="486461" algn="l" defTabSz="486461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3pPr>
      <a:lvl4pPr marL="729691" algn="l" defTabSz="486461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4pPr>
      <a:lvl5pPr marL="972922" algn="l" defTabSz="486461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5pPr>
      <a:lvl6pPr marL="1216152" algn="l" defTabSz="486461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6pPr>
      <a:lvl7pPr marL="1459382" algn="l" defTabSz="486461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7pPr>
      <a:lvl8pPr marL="1702613" algn="l" defTabSz="486461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8pPr>
      <a:lvl9pPr marL="1945843" algn="l" defTabSz="486461" rtl="0" eaLnBrk="1" latinLnBrk="0" hangingPunct="1">
        <a:defRPr sz="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EF0AF7-26EF-98EB-708B-80CFFD5092D7}"/>
              </a:ext>
            </a:extLst>
          </p:cNvPr>
          <p:cNvGrpSpPr/>
          <p:nvPr/>
        </p:nvGrpSpPr>
        <p:grpSpPr>
          <a:xfrm>
            <a:off x="57859" y="20886"/>
            <a:ext cx="6370806" cy="4026989"/>
            <a:chOff x="532445" y="171500"/>
            <a:chExt cx="9717017" cy="614212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46DC5AF-E8AF-5429-AEBD-86BEA9EEE76C}"/>
                </a:ext>
              </a:extLst>
            </p:cNvPr>
            <p:cNvGrpSpPr/>
            <p:nvPr/>
          </p:nvGrpSpPr>
          <p:grpSpPr>
            <a:xfrm>
              <a:off x="532445" y="171500"/>
              <a:ext cx="9717017" cy="6142128"/>
              <a:chOff x="940407" y="1538514"/>
              <a:chExt cx="10099675" cy="688920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3D461F-0021-3EF5-A793-FDF2D8B07B95}"/>
                  </a:ext>
                </a:extLst>
              </p:cNvPr>
              <p:cNvSpPr txBox="1"/>
              <p:nvPr/>
            </p:nvSpPr>
            <p:spPr>
              <a:xfrm rot="18522378">
                <a:off x="9111603" y="4095793"/>
                <a:ext cx="130450" cy="4344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CN" sz="118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192398-47E7-753E-F11E-561F366DAA9F}"/>
                  </a:ext>
                </a:extLst>
              </p:cNvPr>
              <p:cNvSpPr txBox="1"/>
              <p:nvPr/>
            </p:nvSpPr>
            <p:spPr>
              <a:xfrm>
                <a:off x="9072049" y="7958888"/>
                <a:ext cx="1011926" cy="468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18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f.</a:t>
                </a:r>
                <a:r>
                  <a:rPr lang="zh-CN" altLang="en-US" sz="118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CN" sz="118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RolX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CA9DC37-E6BC-AE4F-96D9-F1B41D3ACED8}"/>
                  </a:ext>
                </a:extLst>
              </p:cNvPr>
              <p:cNvSpPr txBox="1"/>
              <p:nvPr/>
            </p:nvSpPr>
            <p:spPr>
              <a:xfrm rot="18522378">
                <a:off x="5972387" y="4135513"/>
                <a:ext cx="130450" cy="4344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CN" sz="118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E576EE5-1F76-940F-9487-9A8BDA6E3B16}"/>
                  </a:ext>
                </a:extLst>
              </p:cNvPr>
              <p:cNvSpPr txBox="1"/>
              <p:nvPr/>
            </p:nvSpPr>
            <p:spPr>
              <a:xfrm rot="18522378">
                <a:off x="2501475" y="4183590"/>
                <a:ext cx="130450" cy="43445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CN" sz="118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A03FDD-8BDF-7B91-5385-36566C9809D5}"/>
                  </a:ext>
                </a:extLst>
              </p:cNvPr>
              <p:cNvSpPr txBox="1"/>
              <p:nvPr/>
            </p:nvSpPr>
            <p:spPr>
              <a:xfrm>
                <a:off x="5091086" y="4368658"/>
                <a:ext cx="1962353" cy="468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18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 EGC</a:t>
                </a:r>
                <a:r>
                  <a:rPr lang="en-US" sz="118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118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KMeans</a:t>
                </a:r>
                <a:endParaRPr lang="en-CN" sz="118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89A165-A3E1-FF12-1B32-2467949E1C33}"/>
                  </a:ext>
                </a:extLst>
              </p:cNvPr>
              <p:cNvSpPr txBox="1"/>
              <p:nvPr/>
            </p:nvSpPr>
            <p:spPr>
              <a:xfrm>
                <a:off x="1296809" y="4365939"/>
                <a:ext cx="2521429" cy="468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8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</a:t>
                </a:r>
                <a:r>
                  <a:rPr lang="en-US" sz="118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SuperGAT+KMeans</a:t>
                </a:r>
                <a:endParaRPr lang="en-US" sz="118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81A66BB1-78E6-6D38-6F86-6342D5999F8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4761" b="7966"/>
              <a:stretch/>
            </p:blipFill>
            <p:spPr>
              <a:xfrm>
                <a:off x="7805849" y="5088324"/>
                <a:ext cx="3234233" cy="2855890"/>
              </a:xfrm>
              <a:prstGeom prst="rect">
                <a:avLst/>
              </a:prstGeom>
            </p:spPr>
          </p:pic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DC146503-34D4-5D32-CCB5-B4C2C80F80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t="3304" b="8575"/>
              <a:stretch/>
            </p:blipFill>
            <p:spPr>
              <a:xfrm>
                <a:off x="940407" y="1539687"/>
                <a:ext cx="3105767" cy="2769079"/>
              </a:xfrm>
              <a:prstGeom prst="rect">
                <a:avLst/>
              </a:prstGeom>
            </p:spPr>
          </p:pic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066AB710-8D96-7B4A-96A7-4897C604028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 t="4597" b="7980"/>
              <a:stretch/>
            </p:blipFill>
            <p:spPr>
              <a:xfrm>
                <a:off x="4383162" y="1538514"/>
                <a:ext cx="3105767" cy="2747174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F65806-9203-B946-F360-AFC2EF7215DA}"/>
                </a:ext>
              </a:extLst>
            </p:cNvPr>
            <p:cNvSpPr txBox="1"/>
            <p:nvPr/>
          </p:nvSpPr>
          <p:spPr>
            <a:xfrm>
              <a:off x="7781286" y="2709032"/>
              <a:ext cx="2117831" cy="417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11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c.</a:t>
              </a:r>
              <a:r>
                <a:rPr lang="zh-CN" altLang="en-US" sz="11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GATv2+KMeans</a:t>
              </a:r>
              <a:endParaRPr lang="en-CN" sz="11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F81D08-B46E-3006-9A99-D7BD5EC4F85C}"/>
                </a:ext>
              </a:extLst>
            </p:cNvPr>
            <p:cNvSpPr txBox="1"/>
            <p:nvPr/>
          </p:nvSpPr>
          <p:spPr>
            <a:xfrm>
              <a:off x="4440932" y="5895634"/>
              <a:ext cx="1875778" cy="417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CN" sz="11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PNA</a:t>
              </a:r>
              <a:r>
                <a:rPr lang="en-US" sz="11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sz="118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KMeans</a:t>
              </a:r>
              <a:endParaRPr lang="en-CN" sz="11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F3774C-186E-57C9-E315-6BD01A088E28}"/>
                </a:ext>
              </a:extLst>
            </p:cNvPr>
            <p:cNvSpPr txBox="1"/>
            <p:nvPr/>
          </p:nvSpPr>
          <p:spPr>
            <a:xfrm>
              <a:off x="859440" y="5895634"/>
              <a:ext cx="2540810" cy="4179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8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d. </a:t>
              </a:r>
              <a:r>
                <a:rPr lang="en-US" sz="118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GNN-FiLM+KMeans</a:t>
              </a:r>
              <a:endParaRPr lang="en-CN" sz="118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BF8EFD8-7932-82F3-342E-88036A12EE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2988"/>
            <a:stretch/>
          </p:blipFill>
          <p:spPr>
            <a:xfrm>
              <a:off x="7352516" y="171500"/>
              <a:ext cx="2773347" cy="2722198"/>
            </a:xfrm>
            <a:prstGeom prst="rect">
              <a:avLst/>
            </a:prstGeom>
          </p:spPr>
        </p:pic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17369A2-19C7-E64F-9EB9-EA0BCF7A7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93766" y="3243403"/>
              <a:ext cx="2806709" cy="2839807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6673359-C52A-F30A-F692-CD9892EDB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835108" y="3195381"/>
              <a:ext cx="2871299" cy="29051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351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28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佳鑫 王</dc:creator>
  <cp:lastModifiedBy>佳鑫 王</cp:lastModifiedBy>
  <cp:revision>1</cp:revision>
  <dcterms:created xsi:type="dcterms:W3CDTF">2024-04-08T09:29:10Z</dcterms:created>
  <dcterms:modified xsi:type="dcterms:W3CDTF">2024-04-08T09:35:53Z</dcterms:modified>
</cp:coreProperties>
</file>