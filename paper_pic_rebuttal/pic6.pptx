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423150" cy="4219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82"/>
  </p:normalViewPr>
  <p:slideViewPr>
    <p:cSldViewPr snapToGrid="0">
      <p:cViewPr varScale="1">
        <p:scale>
          <a:sx n="183" d="100"/>
          <a:sy n="183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7894" y="690565"/>
            <a:ext cx="5567363" cy="1469037"/>
          </a:xfrm>
        </p:spPr>
        <p:txBody>
          <a:bodyPr anchor="b"/>
          <a:lstStyle>
            <a:lvl1pPr algn="ctr">
              <a:defRPr sz="36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7894" y="2216254"/>
            <a:ext cx="5567363" cy="1018754"/>
          </a:xfrm>
        </p:spPr>
        <p:txBody>
          <a:bodyPr/>
          <a:lstStyle>
            <a:lvl1pPr marL="0" indent="0" algn="ctr">
              <a:buNone/>
              <a:defRPr sz="1461"/>
            </a:lvl1pPr>
            <a:lvl2pPr marL="278389" indent="0" algn="ctr">
              <a:buNone/>
              <a:defRPr sz="1218"/>
            </a:lvl2pPr>
            <a:lvl3pPr marL="556778" indent="0" algn="ctr">
              <a:buNone/>
              <a:defRPr sz="1096"/>
            </a:lvl3pPr>
            <a:lvl4pPr marL="835167" indent="0" algn="ctr">
              <a:buNone/>
              <a:defRPr sz="974"/>
            </a:lvl4pPr>
            <a:lvl5pPr marL="1113556" indent="0" algn="ctr">
              <a:buNone/>
              <a:defRPr sz="974"/>
            </a:lvl5pPr>
            <a:lvl6pPr marL="1391945" indent="0" algn="ctr">
              <a:buNone/>
              <a:defRPr sz="974"/>
            </a:lvl6pPr>
            <a:lvl7pPr marL="1670334" indent="0" algn="ctr">
              <a:buNone/>
              <a:defRPr sz="974"/>
            </a:lvl7pPr>
            <a:lvl8pPr marL="1948724" indent="0" algn="ctr">
              <a:buNone/>
              <a:defRPr sz="974"/>
            </a:lvl8pPr>
            <a:lvl9pPr marL="2227113" indent="0" algn="ctr">
              <a:buNone/>
              <a:defRPr sz="97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CCEE-67DB-D44A-9851-EACF26458E00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F9EE7-B336-1B4B-9B0F-5C427B9EE2D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7456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CCEE-67DB-D44A-9851-EACF26458E00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F9EE7-B336-1B4B-9B0F-5C427B9EE2D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09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475" y="1051964"/>
            <a:ext cx="6402467" cy="1755226"/>
          </a:xfrm>
        </p:spPr>
        <p:txBody>
          <a:bodyPr anchor="b"/>
          <a:lstStyle>
            <a:lvl1pPr>
              <a:defRPr sz="36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475" y="2823795"/>
            <a:ext cx="6402467" cy="923032"/>
          </a:xfrm>
        </p:spPr>
        <p:txBody>
          <a:bodyPr/>
          <a:lstStyle>
            <a:lvl1pPr marL="0" indent="0">
              <a:buNone/>
              <a:defRPr sz="1461">
                <a:solidFill>
                  <a:schemeClr val="tx1">
                    <a:tint val="75000"/>
                  </a:schemeClr>
                </a:solidFill>
              </a:defRPr>
            </a:lvl1pPr>
            <a:lvl2pPr marL="278389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2pPr>
            <a:lvl3pPr marL="556778" indent="0">
              <a:buNone/>
              <a:defRPr sz="1096">
                <a:solidFill>
                  <a:schemeClr val="tx1">
                    <a:tint val="75000"/>
                  </a:schemeClr>
                </a:solidFill>
              </a:defRPr>
            </a:lvl3pPr>
            <a:lvl4pPr marL="835167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4pPr>
            <a:lvl5pPr marL="1113556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5pPr>
            <a:lvl6pPr marL="1391945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6pPr>
            <a:lvl7pPr marL="1670334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7pPr>
            <a:lvl8pPr marL="1948724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8pPr>
            <a:lvl9pPr marL="2227113" indent="0">
              <a:buNone/>
              <a:defRPr sz="9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CCEE-67DB-D44A-9851-EACF26458E00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F9EE7-B336-1B4B-9B0F-5C427B9EE2D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4209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341" y="1123266"/>
            <a:ext cx="3154839" cy="2677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57970" y="1123266"/>
            <a:ext cx="3154839" cy="2677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CCEE-67DB-D44A-9851-EACF26458E00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F9EE7-B336-1B4B-9B0F-5C427B9EE2D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1646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308" y="224654"/>
            <a:ext cx="6402467" cy="8155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309" y="1034382"/>
            <a:ext cx="3140340" cy="506935"/>
          </a:xfrm>
        </p:spPr>
        <p:txBody>
          <a:bodyPr anchor="b"/>
          <a:lstStyle>
            <a:lvl1pPr marL="0" indent="0">
              <a:buNone/>
              <a:defRPr sz="1461" b="1"/>
            </a:lvl1pPr>
            <a:lvl2pPr marL="278389" indent="0">
              <a:buNone/>
              <a:defRPr sz="1218" b="1"/>
            </a:lvl2pPr>
            <a:lvl3pPr marL="556778" indent="0">
              <a:buNone/>
              <a:defRPr sz="1096" b="1"/>
            </a:lvl3pPr>
            <a:lvl4pPr marL="835167" indent="0">
              <a:buNone/>
              <a:defRPr sz="974" b="1"/>
            </a:lvl4pPr>
            <a:lvl5pPr marL="1113556" indent="0">
              <a:buNone/>
              <a:defRPr sz="974" b="1"/>
            </a:lvl5pPr>
            <a:lvl6pPr marL="1391945" indent="0">
              <a:buNone/>
              <a:defRPr sz="974" b="1"/>
            </a:lvl6pPr>
            <a:lvl7pPr marL="1670334" indent="0">
              <a:buNone/>
              <a:defRPr sz="974" b="1"/>
            </a:lvl7pPr>
            <a:lvl8pPr marL="1948724" indent="0">
              <a:buNone/>
              <a:defRPr sz="974" b="1"/>
            </a:lvl8pPr>
            <a:lvl9pPr marL="2227113" indent="0">
              <a:buNone/>
              <a:defRPr sz="97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9" y="1541317"/>
            <a:ext cx="3140340" cy="2267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57969" y="1034382"/>
            <a:ext cx="3155806" cy="506935"/>
          </a:xfrm>
        </p:spPr>
        <p:txBody>
          <a:bodyPr anchor="b"/>
          <a:lstStyle>
            <a:lvl1pPr marL="0" indent="0">
              <a:buNone/>
              <a:defRPr sz="1461" b="1"/>
            </a:lvl1pPr>
            <a:lvl2pPr marL="278389" indent="0">
              <a:buNone/>
              <a:defRPr sz="1218" b="1"/>
            </a:lvl2pPr>
            <a:lvl3pPr marL="556778" indent="0">
              <a:buNone/>
              <a:defRPr sz="1096" b="1"/>
            </a:lvl3pPr>
            <a:lvl4pPr marL="835167" indent="0">
              <a:buNone/>
              <a:defRPr sz="974" b="1"/>
            </a:lvl4pPr>
            <a:lvl5pPr marL="1113556" indent="0">
              <a:buNone/>
              <a:defRPr sz="974" b="1"/>
            </a:lvl5pPr>
            <a:lvl6pPr marL="1391945" indent="0">
              <a:buNone/>
              <a:defRPr sz="974" b="1"/>
            </a:lvl6pPr>
            <a:lvl7pPr marL="1670334" indent="0">
              <a:buNone/>
              <a:defRPr sz="974" b="1"/>
            </a:lvl7pPr>
            <a:lvl8pPr marL="1948724" indent="0">
              <a:buNone/>
              <a:defRPr sz="974" b="1"/>
            </a:lvl8pPr>
            <a:lvl9pPr marL="2227113" indent="0">
              <a:buNone/>
              <a:defRPr sz="97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57969" y="1541317"/>
            <a:ext cx="3155806" cy="2267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CCEE-67DB-D44A-9851-EACF26458E00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F9EE7-B336-1B4B-9B0F-5C427B9EE2D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13924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CCEE-67DB-D44A-9851-EACF26458E00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F9EE7-B336-1B4B-9B0F-5C427B9EE2D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877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CCEE-67DB-D44A-9851-EACF26458E00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F9EE7-B336-1B4B-9B0F-5C427B9EE2D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37002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309" y="281305"/>
            <a:ext cx="2394159" cy="984568"/>
          </a:xfrm>
        </p:spPr>
        <p:txBody>
          <a:bodyPr anchor="b"/>
          <a:lstStyle>
            <a:lvl1pPr>
              <a:defRPr sz="19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5805" y="607541"/>
            <a:ext cx="3757970" cy="2998633"/>
          </a:xfrm>
        </p:spPr>
        <p:txBody>
          <a:bodyPr/>
          <a:lstStyle>
            <a:lvl1pPr>
              <a:defRPr sz="1948"/>
            </a:lvl1pPr>
            <a:lvl2pPr>
              <a:defRPr sz="1705"/>
            </a:lvl2pPr>
            <a:lvl3pPr>
              <a:defRPr sz="1461"/>
            </a:lvl3pPr>
            <a:lvl4pPr>
              <a:defRPr sz="1218"/>
            </a:lvl4pPr>
            <a:lvl5pPr>
              <a:defRPr sz="1218"/>
            </a:lvl5pPr>
            <a:lvl6pPr>
              <a:defRPr sz="1218"/>
            </a:lvl6pPr>
            <a:lvl7pPr>
              <a:defRPr sz="1218"/>
            </a:lvl7pPr>
            <a:lvl8pPr>
              <a:defRPr sz="1218"/>
            </a:lvl8pPr>
            <a:lvl9pPr>
              <a:defRPr sz="12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1309" y="1265873"/>
            <a:ext cx="2394159" cy="2345185"/>
          </a:xfrm>
        </p:spPr>
        <p:txBody>
          <a:bodyPr/>
          <a:lstStyle>
            <a:lvl1pPr marL="0" indent="0">
              <a:buNone/>
              <a:defRPr sz="974"/>
            </a:lvl1pPr>
            <a:lvl2pPr marL="278389" indent="0">
              <a:buNone/>
              <a:defRPr sz="852"/>
            </a:lvl2pPr>
            <a:lvl3pPr marL="556778" indent="0">
              <a:buNone/>
              <a:defRPr sz="731"/>
            </a:lvl3pPr>
            <a:lvl4pPr marL="835167" indent="0">
              <a:buNone/>
              <a:defRPr sz="609"/>
            </a:lvl4pPr>
            <a:lvl5pPr marL="1113556" indent="0">
              <a:buNone/>
              <a:defRPr sz="609"/>
            </a:lvl5pPr>
            <a:lvl6pPr marL="1391945" indent="0">
              <a:buNone/>
              <a:defRPr sz="609"/>
            </a:lvl6pPr>
            <a:lvl7pPr marL="1670334" indent="0">
              <a:buNone/>
              <a:defRPr sz="609"/>
            </a:lvl7pPr>
            <a:lvl8pPr marL="1948724" indent="0">
              <a:buNone/>
              <a:defRPr sz="609"/>
            </a:lvl8pPr>
            <a:lvl9pPr marL="2227113" indent="0">
              <a:buNone/>
              <a:defRPr sz="6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CCEE-67DB-D44A-9851-EACF26458E00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F9EE7-B336-1B4B-9B0F-5C427B9EE2D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79664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309" y="281305"/>
            <a:ext cx="2394159" cy="984568"/>
          </a:xfrm>
        </p:spPr>
        <p:txBody>
          <a:bodyPr anchor="b"/>
          <a:lstStyle>
            <a:lvl1pPr>
              <a:defRPr sz="19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55805" y="607541"/>
            <a:ext cx="3757970" cy="2998633"/>
          </a:xfrm>
        </p:spPr>
        <p:txBody>
          <a:bodyPr anchor="t"/>
          <a:lstStyle>
            <a:lvl1pPr marL="0" indent="0">
              <a:buNone/>
              <a:defRPr sz="1948"/>
            </a:lvl1pPr>
            <a:lvl2pPr marL="278389" indent="0">
              <a:buNone/>
              <a:defRPr sz="1705"/>
            </a:lvl2pPr>
            <a:lvl3pPr marL="556778" indent="0">
              <a:buNone/>
              <a:defRPr sz="1461"/>
            </a:lvl3pPr>
            <a:lvl4pPr marL="835167" indent="0">
              <a:buNone/>
              <a:defRPr sz="1218"/>
            </a:lvl4pPr>
            <a:lvl5pPr marL="1113556" indent="0">
              <a:buNone/>
              <a:defRPr sz="1218"/>
            </a:lvl5pPr>
            <a:lvl6pPr marL="1391945" indent="0">
              <a:buNone/>
              <a:defRPr sz="1218"/>
            </a:lvl6pPr>
            <a:lvl7pPr marL="1670334" indent="0">
              <a:buNone/>
              <a:defRPr sz="1218"/>
            </a:lvl7pPr>
            <a:lvl8pPr marL="1948724" indent="0">
              <a:buNone/>
              <a:defRPr sz="1218"/>
            </a:lvl8pPr>
            <a:lvl9pPr marL="2227113" indent="0">
              <a:buNone/>
              <a:defRPr sz="12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1309" y="1265873"/>
            <a:ext cx="2394159" cy="2345185"/>
          </a:xfrm>
        </p:spPr>
        <p:txBody>
          <a:bodyPr/>
          <a:lstStyle>
            <a:lvl1pPr marL="0" indent="0">
              <a:buNone/>
              <a:defRPr sz="974"/>
            </a:lvl1pPr>
            <a:lvl2pPr marL="278389" indent="0">
              <a:buNone/>
              <a:defRPr sz="852"/>
            </a:lvl2pPr>
            <a:lvl3pPr marL="556778" indent="0">
              <a:buNone/>
              <a:defRPr sz="731"/>
            </a:lvl3pPr>
            <a:lvl4pPr marL="835167" indent="0">
              <a:buNone/>
              <a:defRPr sz="609"/>
            </a:lvl4pPr>
            <a:lvl5pPr marL="1113556" indent="0">
              <a:buNone/>
              <a:defRPr sz="609"/>
            </a:lvl5pPr>
            <a:lvl6pPr marL="1391945" indent="0">
              <a:buNone/>
              <a:defRPr sz="609"/>
            </a:lvl6pPr>
            <a:lvl7pPr marL="1670334" indent="0">
              <a:buNone/>
              <a:defRPr sz="609"/>
            </a:lvl7pPr>
            <a:lvl8pPr marL="1948724" indent="0">
              <a:buNone/>
              <a:defRPr sz="609"/>
            </a:lvl8pPr>
            <a:lvl9pPr marL="2227113" indent="0">
              <a:buNone/>
              <a:defRPr sz="6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CCEE-67DB-D44A-9851-EACF26458E00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F9EE7-B336-1B4B-9B0F-5C427B9EE2D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98367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CCEE-67DB-D44A-9851-EACF26458E00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F9EE7-B336-1B4B-9B0F-5C427B9EE2D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4921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2192" y="224653"/>
            <a:ext cx="1600617" cy="3575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341" y="224653"/>
            <a:ext cx="4709061" cy="3575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DCCEE-67DB-D44A-9851-EACF26458E00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F9EE7-B336-1B4B-9B0F-5C427B9EE2D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66047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342" y="224654"/>
            <a:ext cx="6402467" cy="815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342" y="1123266"/>
            <a:ext cx="6402467" cy="2677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0341" y="3910921"/>
            <a:ext cx="1670209" cy="224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DCCEE-67DB-D44A-9851-EACF26458E00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58919" y="3910921"/>
            <a:ext cx="2505313" cy="224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42600" y="3910921"/>
            <a:ext cx="1670209" cy="224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9EE7-B336-1B4B-9B0F-5C427B9EE2D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2048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56778" rtl="0" eaLnBrk="1" latinLnBrk="0" hangingPunct="1">
        <a:lnSpc>
          <a:spcPct val="90000"/>
        </a:lnSpc>
        <a:spcBef>
          <a:spcPct val="0"/>
        </a:spcBef>
        <a:buNone/>
        <a:defRPr sz="26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9195" indent="-139195" algn="l" defTabSz="556778" rtl="0" eaLnBrk="1" latinLnBrk="0" hangingPunct="1">
        <a:lnSpc>
          <a:spcPct val="90000"/>
        </a:lnSpc>
        <a:spcBef>
          <a:spcPts val="609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17584" indent="-139195" algn="l" defTabSz="556778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461" kern="1200">
          <a:solidFill>
            <a:schemeClr val="tx1"/>
          </a:solidFill>
          <a:latin typeface="+mn-lt"/>
          <a:ea typeface="+mn-ea"/>
          <a:cs typeface="+mn-cs"/>
        </a:defRPr>
      </a:lvl2pPr>
      <a:lvl3pPr marL="695973" indent="-139195" algn="l" defTabSz="556778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218" kern="1200">
          <a:solidFill>
            <a:schemeClr val="tx1"/>
          </a:solidFill>
          <a:latin typeface="+mn-lt"/>
          <a:ea typeface="+mn-ea"/>
          <a:cs typeface="+mn-cs"/>
        </a:defRPr>
      </a:lvl3pPr>
      <a:lvl4pPr marL="974362" indent="-139195" algn="l" defTabSz="556778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4pPr>
      <a:lvl5pPr marL="1252751" indent="-139195" algn="l" defTabSz="556778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5pPr>
      <a:lvl6pPr marL="1531140" indent="-139195" algn="l" defTabSz="556778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6pPr>
      <a:lvl7pPr marL="1809529" indent="-139195" algn="l" defTabSz="556778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7pPr>
      <a:lvl8pPr marL="2087918" indent="-139195" algn="l" defTabSz="556778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8pPr>
      <a:lvl9pPr marL="2366307" indent="-139195" algn="l" defTabSz="556778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10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6778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1pPr>
      <a:lvl2pPr marL="278389" algn="l" defTabSz="556778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2pPr>
      <a:lvl3pPr marL="556778" algn="l" defTabSz="556778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3pPr>
      <a:lvl4pPr marL="835167" algn="l" defTabSz="556778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4pPr>
      <a:lvl5pPr marL="1113556" algn="l" defTabSz="556778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5pPr>
      <a:lvl6pPr marL="1391945" algn="l" defTabSz="556778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6pPr>
      <a:lvl7pPr marL="1670334" algn="l" defTabSz="556778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7pPr>
      <a:lvl8pPr marL="1948724" algn="l" defTabSz="556778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8pPr>
      <a:lvl9pPr marL="2227113" algn="l" defTabSz="556778" rtl="0" eaLnBrk="1" latinLnBrk="0" hangingPunct="1">
        <a:defRPr sz="10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B1826F0-F3F5-5780-F4BC-6A1375306ED6}"/>
              </a:ext>
            </a:extLst>
          </p:cNvPr>
          <p:cNvGrpSpPr/>
          <p:nvPr/>
        </p:nvGrpSpPr>
        <p:grpSpPr>
          <a:xfrm>
            <a:off x="33790" y="41032"/>
            <a:ext cx="7355570" cy="4137509"/>
            <a:chOff x="276447" y="297711"/>
            <a:chExt cx="10760148" cy="605258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17F759E-F305-14C3-12AE-261E61A3B337}"/>
                </a:ext>
              </a:extLst>
            </p:cNvPr>
            <p:cNvGrpSpPr/>
            <p:nvPr/>
          </p:nvGrpSpPr>
          <p:grpSpPr>
            <a:xfrm>
              <a:off x="276447" y="297711"/>
              <a:ext cx="10760148" cy="6052584"/>
              <a:chOff x="276447" y="297711"/>
              <a:chExt cx="10760148" cy="6052584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C5624BA-04EC-8FE8-4097-233885FAB531}"/>
                  </a:ext>
                </a:extLst>
              </p:cNvPr>
              <p:cNvGrpSpPr/>
              <p:nvPr/>
            </p:nvGrpSpPr>
            <p:grpSpPr>
              <a:xfrm>
                <a:off x="276447" y="297711"/>
                <a:ext cx="10760148" cy="6052584"/>
                <a:chOff x="276447" y="297711"/>
                <a:chExt cx="10760148" cy="6052584"/>
              </a:xfrm>
            </p:grpSpPr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DF4A4813-81DC-DFB4-3A20-8A385C1D85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5196" t="8307" r="5289" b="9601"/>
                <a:stretch/>
              </p:blipFill>
              <p:spPr>
                <a:xfrm>
                  <a:off x="276447" y="297711"/>
                  <a:ext cx="10760148" cy="6052584"/>
                </a:xfrm>
                <a:prstGeom prst="rect">
                  <a:avLst/>
                </a:prstGeom>
              </p:spPr>
            </p:pic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E9231BDD-A2B7-1E4A-034A-13CE9E15CDE5}"/>
                    </a:ext>
                  </a:extLst>
                </p:cNvPr>
                <p:cNvSpPr/>
                <p:nvPr/>
              </p:nvSpPr>
              <p:spPr>
                <a:xfrm>
                  <a:off x="5537868" y="3365500"/>
                  <a:ext cx="520700" cy="5207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31" dirty="0"/>
                </a:p>
              </p:txBody>
            </p:sp>
            <p:sp>
              <p:nvSpPr>
                <p:cNvPr id="20" name="Rounded Rectangle 19">
                  <a:extLst>
                    <a:ext uri="{FF2B5EF4-FFF2-40B4-BE49-F238E27FC236}">
                      <a16:creationId xmlns:a16="http://schemas.microsoft.com/office/drawing/2014/main" id="{5E25689B-B9C0-3344-9C7D-7C4730B44979}"/>
                    </a:ext>
                  </a:extLst>
                </p:cNvPr>
                <p:cNvSpPr/>
                <p:nvPr/>
              </p:nvSpPr>
              <p:spPr>
                <a:xfrm>
                  <a:off x="2641600" y="3981302"/>
                  <a:ext cx="622300" cy="571500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31" dirty="0"/>
                </a:p>
              </p:txBody>
            </p:sp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FC81B741-7147-4B90-7B64-EC60F2A1E747}"/>
                    </a:ext>
                  </a:extLst>
                </p:cNvPr>
                <p:cNvSpPr/>
                <p:nvPr/>
              </p:nvSpPr>
              <p:spPr>
                <a:xfrm>
                  <a:off x="4432300" y="4806950"/>
                  <a:ext cx="495300" cy="488950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31"/>
                </a:p>
              </p:txBody>
            </p:sp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13E0909E-7C52-0931-7488-44E827713E18}"/>
                    </a:ext>
                  </a:extLst>
                </p:cNvPr>
                <p:cNvSpPr/>
                <p:nvPr/>
              </p:nvSpPr>
              <p:spPr>
                <a:xfrm>
                  <a:off x="3168650" y="2644923"/>
                  <a:ext cx="495300" cy="488950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31" dirty="0"/>
                </a:p>
              </p:txBody>
            </p:sp>
            <p:sp>
              <p:nvSpPr>
                <p:cNvPr id="23" name="Rounded Rectangle 22">
                  <a:extLst>
                    <a:ext uri="{FF2B5EF4-FFF2-40B4-BE49-F238E27FC236}">
                      <a16:creationId xmlns:a16="http://schemas.microsoft.com/office/drawing/2014/main" id="{5EF2E9AC-A32F-FDE8-2C83-AD8527EA750B}"/>
                    </a:ext>
                  </a:extLst>
                </p:cNvPr>
                <p:cNvSpPr/>
                <p:nvPr/>
              </p:nvSpPr>
              <p:spPr>
                <a:xfrm>
                  <a:off x="7740650" y="1908323"/>
                  <a:ext cx="495300" cy="488950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31" dirty="0"/>
                </a:p>
              </p:txBody>
            </p:sp>
            <p:sp>
              <p:nvSpPr>
                <p:cNvPr id="24" name="Rounded Rectangle 23">
                  <a:extLst>
                    <a:ext uri="{FF2B5EF4-FFF2-40B4-BE49-F238E27FC236}">
                      <a16:creationId xmlns:a16="http://schemas.microsoft.com/office/drawing/2014/main" id="{13EFF211-46C4-0C72-7F22-BD66F138E242}"/>
                    </a:ext>
                  </a:extLst>
                </p:cNvPr>
                <p:cNvSpPr/>
                <p:nvPr/>
              </p:nvSpPr>
              <p:spPr>
                <a:xfrm>
                  <a:off x="7004050" y="1247923"/>
                  <a:ext cx="495300" cy="488950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31" dirty="0"/>
                </a:p>
              </p:txBody>
            </p:sp>
            <p:sp>
              <p:nvSpPr>
                <p:cNvPr id="25" name="Rounded Rectangle 24">
                  <a:extLst>
                    <a:ext uri="{FF2B5EF4-FFF2-40B4-BE49-F238E27FC236}">
                      <a16:creationId xmlns:a16="http://schemas.microsoft.com/office/drawing/2014/main" id="{8E614BD5-22E8-4A7A-C8AB-4BFECAB78C3D}"/>
                    </a:ext>
                  </a:extLst>
                </p:cNvPr>
                <p:cNvSpPr/>
                <p:nvPr/>
              </p:nvSpPr>
              <p:spPr>
                <a:xfrm>
                  <a:off x="3466805" y="1346644"/>
                  <a:ext cx="495300" cy="488950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31" dirty="0"/>
                </a:p>
              </p:txBody>
            </p:sp>
            <p:sp>
              <p:nvSpPr>
                <p:cNvPr id="26" name="Rounded Rectangle 25">
                  <a:extLst>
                    <a:ext uri="{FF2B5EF4-FFF2-40B4-BE49-F238E27FC236}">
                      <a16:creationId xmlns:a16="http://schemas.microsoft.com/office/drawing/2014/main" id="{A7A08A5D-32A8-04E5-7E67-D2DCA32A1E6C}"/>
                    </a:ext>
                  </a:extLst>
                </p:cNvPr>
                <p:cNvSpPr/>
                <p:nvPr/>
              </p:nvSpPr>
              <p:spPr>
                <a:xfrm>
                  <a:off x="986923" y="3453064"/>
                  <a:ext cx="495300" cy="488950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31" dirty="0"/>
                </a:p>
              </p:txBody>
            </p:sp>
            <p:sp>
              <p:nvSpPr>
                <p:cNvPr id="27" name="Rounded Rectangle 26">
                  <a:extLst>
                    <a:ext uri="{FF2B5EF4-FFF2-40B4-BE49-F238E27FC236}">
                      <a16:creationId xmlns:a16="http://schemas.microsoft.com/office/drawing/2014/main" id="{8835FC4C-ED96-7B5C-6010-0734B42468AE}"/>
                    </a:ext>
                  </a:extLst>
                </p:cNvPr>
                <p:cNvSpPr/>
                <p:nvPr/>
              </p:nvSpPr>
              <p:spPr>
                <a:xfrm>
                  <a:off x="739273" y="4424761"/>
                  <a:ext cx="495300" cy="488950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31" dirty="0"/>
                </a:p>
              </p:txBody>
            </p:sp>
            <p:sp>
              <p:nvSpPr>
                <p:cNvPr id="28" name="Rounded Rectangle 27">
                  <a:extLst>
                    <a:ext uri="{FF2B5EF4-FFF2-40B4-BE49-F238E27FC236}">
                      <a16:creationId xmlns:a16="http://schemas.microsoft.com/office/drawing/2014/main" id="{45F1E63E-66AE-642F-3433-98FDCED4E9BE}"/>
                    </a:ext>
                  </a:extLst>
                </p:cNvPr>
                <p:cNvSpPr/>
                <p:nvPr/>
              </p:nvSpPr>
              <p:spPr>
                <a:xfrm>
                  <a:off x="1925387" y="5456302"/>
                  <a:ext cx="495300" cy="488950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31" dirty="0"/>
                </a:p>
              </p:txBody>
            </p:sp>
            <p:sp>
              <p:nvSpPr>
                <p:cNvPr id="29" name="Rounded Rectangle 28">
                  <a:extLst>
                    <a:ext uri="{FF2B5EF4-FFF2-40B4-BE49-F238E27FC236}">
                      <a16:creationId xmlns:a16="http://schemas.microsoft.com/office/drawing/2014/main" id="{E25F5547-AE0E-480D-BBBF-9DC49D9E2A85}"/>
                    </a:ext>
                  </a:extLst>
                </p:cNvPr>
                <p:cNvSpPr/>
                <p:nvPr/>
              </p:nvSpPr>
              <p:spPr>
                <a:xfrm>
                  <a:off x="2543384" y="5360487"/>
                  <a:ext cx="495300" cy="488950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31" dirty="0"/>
                </a:p>
              </p:txBody>
            </p: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E2DEF5B3-18B1-B72B-1472-74A25104853F}"/>
                    </a:ext>
                  </a:extLst>
                </p:cNvPr>
                <p:cNvGrpSpPr/>
                <p:nvPr/>
              </p:nvGrpSpPr>
              <p:grpSpPr>
                <a:xfrm>
                  <a:off x="425279" y="669406"/>
                  <a:ext cx="2717049" cy="2063178"/>
                  <a:chOff x="425279" y="669406"/>
                  <a:chExt cx="2717049" cy="2063178"/>
                </a:xfrm>
              </p:grpSpPr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31316C70-02AE-72A7-CAFD-FD3D2B90FCE1}"/>
                      </a:ext>
                    </a:extLst>
                  </p:cNvPr>
                  <p:cNvGrpSpPr/>
                  <p:nvPr/>
                </p:nvGrpSpPr>
                <p:grpSpPr>
                  <a:xfrm>
                    <a:off x="425279" y="669406"/>
                    <a:ext cx="2530706" cy="1333145"/>
                    <a:chOff x="8071543" y="5063457"/>
                    <a:chExt cx="2530706" cy="1333145"/>
                  </a:xfrm>
                </p:grpSpPr>
                <p:sp>
                  <p:nvSpPr>
                    <p:cNvPr id="34" name="Rounded Rectangle 33">
                      <a:extLst>
                        <a:ext uri="{FF2B5EF4-FFF2-40B4-BE49-F238E27FC236}">
                          <a16:creationId xmlns:a16="http://schemas.microsoft.com/office/drawing/2014/main" id="{C1BEB613-8EE8-1F30-8B41-E5A0701A70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25326" y="5126222"/>
                      <a:ext cx="260684" cy="244476"/>
                    </a:xfrm>
                    <a:prstGeom prst="round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N" sz="1231" dirty="0"/>
                    </a:p>
                  </p:txBody>
                </p:sp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6AB94836-9A48-01C0-3465-622BCBA5A1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58482" y="5063457"/>
                      <a:ext cx="2143767" cy="38138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CN" sz="109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Bonus</a:t>
                      </a:r>
                      <a:r>
                        <a:rPr lang="zh-CN" altLang="en-US" sz="109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9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</a:t>
                      </a:r>
                      <a:r>
                        <a:rPr lang="zh-CN" altLang="en-US" sz="109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9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addresses</a:t>
                      </a:r>
                      <a:endParaRPr lang="en-CN" sz="1094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6" name="Oval 35">
                      <a:extLst>
                        <a:ext uri="{FF2B5EF4-FFF2-40B4-BE49-F238E27FC236}">
                          <a16:creationId xmlns:a16="http://schemas.microsoft.com/office/drawing/2014/main" id="{20249D2C-FD4D-EDDE-47CA-0365CCFB64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15634" y="5610916"/>
                      <a:ext cx="260685" cy="238521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N" sz="1231" dirty="0"/>
                    </a:p>
                  </p:txBody>
                </p:sp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83ACF93A-5B85-215A-14B2-E32C75CAA78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58482" y="5531500"/>
                      <a:ext cx="1895200" cy="38138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CN" sz="109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Disguised</a:t>
                      </a:r>
                      <a:r>
                        <a:rPr lang="zh-CN" altLang="en-US" sz="109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CN" altLang="zh-CN" sz="109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gamblers</a:t>
                      </a:r>
                      <a:endParaRPr lang="en-CN" sz="1094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pic>
                  <p:nvPicPr>
                    <p:cNvPr id="38" name="Picture 37">
                      <a:extLst>
                        <a:ext uri="{FF2B5EF4-FFF2-40B4-BE49-F238E27FC236}">
                          <a16:creationId xmlns:a16="http://schemas.microsoft.com/office/drawing/2014/main" id="{40840773-14B9-AC29-4D2A-CC4061FF654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8071543" y="6037285"/>
                      <a:ext cx="368252" cy="332843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485D1BA4-D0EB-1926-8815-7529994CBE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58482" y="6015218"/>
                      <a:ext cx="1576285" cy="38138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CN" sz="109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</a:t>
                      </a:r>
                      <a:r>
                        <a:rPr lang="zh-CN" altLang="en-US" sz="109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09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addresses</a:t>
                      </a:r>
                      <a:endParaRPr lang="en-CN" sz="1094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pic>
                <p:nvPicPr>
                  <p:cNvPr id="32" name="Picture 31">
                    <a:extLst>
                      <a:ext uri="{FF2B5EF4-FFF2-40B4-BE49-F238E27FC236}">
                        <a16:creationId xmlns:a16="http://schemas.microsoft.com/office/drawing/2014/main" id="{C5115B51-C45A-47AC-D99D-4EB25E3BD6E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43966" y="2187731"/>
                    <a:ext cx="368252" cy="372973"/>
                  </a:xfrm>
                  <a:prstGeom prst="rect">
                    <a:avLst/>
                  </a:prstGeom>
                </p:spPr>
              </p:pic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0D0311FB-02B0-1414-0BB7-9D825F85976A}"/>
                      </a:ext>
                    </a:extLst>
                  </p:cNvPr>
                  <p:cNvSpPr txBox="1"/>
                  <p:nvPr/>
                </p:nvSpPr>
                <p:spPr>
                  <a:xfrm>
                    <a:off x="801584" y="2104884"/>
                    <a:ext cx="2340744" cy="62770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94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 collection of addresses</a:t>
                    </a:r>
                  </a:p>
                  <a:p>
                    <a:r>
                      <a:rPr lang="en-US" sz="1094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not shown</a:t>
                    </a:r>
                    <a:endParaRPr lang="en-CN" sz="1094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A82919E2-A452-159E-FD88-DCA1E06DB8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63950" y="3133873"/>
                <a:ext cx="1873918" cy="487151"/>
              </a:xfrm>
              <a:prstGeom prst="straightConnector1">
                <a:avLst/>
              </a:prstGeom>
              <a:ln w="762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51CA2AB6-A9C8-5F0E-99B8-7D0A53286A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90491" y="3209173"/>
                <a:ext cx="481765" cy="900801"/>
              </a:xfrm>
              <a:prstGeom prst="straightConnector1">
                <a:avLst/>
              </a:prstGeom>
              <a:ln w="762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3C3707CB-1F10-F352-8BBA-4B9AAEF2482A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 flipV="1">
                <a:off x="3220194" y="3809945"/>
                <a:ext cx="2393929" cy="584899"/>
              </a:xfrm>
              <a:prstGeom prst="straightConnector1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7203FEC4-169F-BC6F-8059-409783A290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0194" y="4552802"/>
                <a:ext cx="1196964" cy="527318"/>
              </a:xfrm>
              <a:prstGeom prst="straightConnector1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5C01719-7332-356A-291D-5BB9E617EE0C}"/>
                  </a:ext>
                </a:extLst>
              </p:cNvPr>
              <p:cNvCxnSpPr>
                <a:cxnSpLocks/>
                <a:endCxn id="19" idx="4"/>
              </p:cNvCxnSpPr>
              <p:nvPr/>
            </p:nvCxnSpPr>
            <p:spPr>
              <a:xfrm flipV="1">
                <a:off x="4756318" y="3886200"/>
                <a:ext cx="1041900" cy="1222710"/>
              </a:xfrm>
              <a:prstGeom prst="straightConnector1">
                <a:avLst/>
              </a:prstGeom>
              <a:ln w="762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0128BB04-017A-9A18-1B32-43A61CDFA56E}"/>
                  </a:ext>
                </a:extLst>
              </p:cNvPr>
              <p:cNvCxnSpPr>
                <a:cxnSpLocks/>
                <a:stCxn id="23" idx="1"/>
              </p:cNvCxnSpPr>
              <p:nvPr/>
            </p:nvCxnSpPr>
            <p:spPr>
              <a:xfrm flipH="1">
                <a:off x="6011578" y="2152798"/>
                <a:ext cx="1729072" cy="1162909"/>
              </a:xfrm>
              <a:prstGeom prst="straightConnector1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EA02585-43D9-8CB7-E0CB-BFB7B2CC38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8568" y="3731913"/>
                <a:ext cx="1302363" cy="0"/>
              </a:xfrm>
              <a:prstGeom prst="straightConnector1">
                <a:avLst/>
              </a:prstGeom>
              <a:ln w="762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7E2F94E-D398-31B6-EC1B-42652D731E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05931" y="2374217"/>
                <a:ext cx="260350" cy="1253219"/>
              </a:xfrm>
              <a:prstGeom prst="straightConnector1">
                <a:avLst/>
              </a:prstGeom>
              <a:ln w="762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Curved Right Arrow 5">
              <a:extLst>
                <a:ext uri="{FF2B5EF4-FFF2-40B4-BE49-F238E27FC236}">
                  <a16:creationId xmlns:a16="http://schemas.microsoft.com/office/drawing/2014/main" id="{F6F504A2-42E6-FCA0-0FA3-3AFE6A07F2EF}"/>
                </a:ext>
              </a:extLst>
            </p:cNvPr>
            <p:cNvSpPr/>
            <p:nvPr/>
          </p:nvSpPr>
          <p:spPr>
            <a:xfrm rot="20492111">
              <a:off x="3632950" y="3475276"/>
              <a:ext cx="523919" cy="602213"/>
            </a:xfrm>
            <a:prstGeom prst="curved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31">
                <a:solidFill>
                  <a:schemeClr val="tx1"/>
                </a:solidFill>
              </a:endParaRPr>
            </a:p>
          </p:txBody>
        </p:sp>
        <p:sp>
          <p:nvSpPr>
            <p:cNvPr id="7" name="Curved Right Arrow 6">
              <a:extLst>
                <a:ext uri="{FF2B5EF4-FFF2-40B4-BE49-F238E27FC236}">
                  <a16:creationId xmlns:a16="http://schemas.microsoft.com/office/drawing/2014/main" id="{3C1592AD-6B6D-EBDB-89BB-3E05D886EA91}"/>
                </a:ext>
              </a:extLst>
            </p:cNvPr>
            <p:cNvSpPr/>
            <p:nvPr/>
          </p:nvSpPr>
          <p:spPr>
            <a:xfrm rot="21060475">
              <a:off x="4145373" y="4221215"/>
              <a:ext cx="616925" cy="538977"/>
            </a:xfrm>
            <a:prstGeom prst="curved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31">
                <a:solidFill>
                  <a:schemeClr val="tx1"/>
                </a:solidFill>
              </a:endParaRPr>
            </a:p>
          </p:txBody>
        </p:sp>
        <p:sp>
          <p:nvSpPr>
            <p:cNvPr id="8" name="Curved Right Arrow 7">
              <a:extLst>
                <a:ext uri="{FF2B5EF4-FFF2-40B4-BE49-F238E27FC236}">
                  <a16:creationId xmlns:a16="http://schemas.microsoft.com/office/drawing/2014/main" id="{8291F54C-41D4-FD7A-F872-D54603207D07}"/>
                </a:ext>
              </a:extLst>
            </p:cNvPr>
            <p:cNvSpPr/>
            <p:nvPr/>
          </p:nvSpPr>
          <p:spPr>
            <a:xfrm rot="9756955">
              <a:off x="6617863" y="2945054"/>
              <a:ext cx="753208" cy="528238"/>
            </a:xfrm>
            <a:prstGeom prst="curved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3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6793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</TotalTime>
  <Words>13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佳鑫 王</dc:creator>
  <cp:lastModifiedBy>佳鑫 王</cp:lastModifiedBy>
  <cp:revision>2</cp:revision>
  <dcterms:created xsi:type="dcterms:W3CDTF">2024-04-08T10:01:40Z</dcterms:created>
  <dcterms:modified xsi:type="dcterms:W3CDTF">2024-04-08T10:37:30Z</dcterms:modified>
</cp:coreProperties>
</file>