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9726613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88"/>
  </p:normalViewPr>
  <p:slideViewPr>
    <p:cSldViewPr snapToGrid="0">
      <p:cViewPr>
        <p:scale>
          <a:sx n="86" d="100"/>
          <a:sy n="86" d="100"/>
        </p:scale>
        <p:origin x="215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827" y="1001553"/>
            <a:ext cx="7294960" cy="2130602"/>
          </a:xfrm>
        </p:spPr>
        <p:txBody>
          <a:bodyPr anchor="b"/>
          <a:lstStyle>
            <a:lvl1pPr algn="ctr">
              <a:defRPr sz="47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827" y="3214319"/>
            <a:ext cx="7294960" cy="1477538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754" indent="0" algn="ctr">
              <a:buNone/>
              <a:defRPr sz="1596"/>
            </a:lvl2pPr>
            <a:lvl3pPr marL="729508" indent="0" algn="ctr">
              <a:buNone/>
              <a:defRPr sz="1436"/>
            </a:lvl3pPr>
            <a:lvl4pPr marL="1094262" indent="0" algn="ctr">
              <a:buNone/>
              <a:defRPr sz="1276"/>
            </a:lvl4pPr>
            <a:lvl5pPr marL="1459017" indent="0" algn="ctr">
              <a:buNone/>
              <a:defRPr sz="1276"/>
            </a:lvl5pPr>
            <a:lvl6pPr marL="1823771" indent="0" algn="ctr">
              <a:buNone/>
              <a:defRPr sz="1276"/>
            </a:lvl6pPr>
            <a:lvl7pPr marL="2188525" indent="0" algn="ctr">
              <a:buNone/>
              <a:defRPr sz="1276"/>
            </a:lvl7pPr>
            <a:lvl8pPr marL="2553279" indent="0" algn="ctr">
              <a:buNone/>
              <a:defRPr sz="1276"/>
            </a:lvl8pPr>
            <a:lvl9pPr marL="2918033" indent="0" algn="ctr">
              <a:buNone/>
              <a:defRPr sz="1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613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172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639" y="1525704"/>
            <a:ext cx="8389204" cy="2545672"/>
          </a:xfrm>
        </p:spPr>
        <p:txBody>
          <a:bodyPr anchor="b"/>
          <a:lstStyle>
            <a:lvl1pPr>
              <a:defRPr sz="47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639" y="4095459"/>
            <a:ext cx="8389204" cy="1338709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754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508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262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4pPr>
            <a:lvl5pPr marL="1459017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5pPr>
            <a:lvl6pPr marL="1823771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6pPr>
            <a:lvl7pPr marL="218852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7pPr>
            <a:lvl8pPr marL="2553279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8pPr>
            <a:lvl9pPr marL="2918033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60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704" y="1629117"/>
            <a:ext cx="413381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4098" y="1629117"/>
            <a:ext cx="413381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215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71" y="325824"/>
            <a:ext cx="8389204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72" y="1500205"/>
            <a:ext cx="4114813" cy="735227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754" indent="0">
              <a:buNone/>
              <a:defRPr sz="1596" b="1"/>
            </a:lvl2pPr>
            <a:lvl3pPr marL="729508" indent="0">
              <a:buNone/>
              <a:defRPr sz="1436" b="1"/>
            </a:lvl3pPr>
            <a:lvl4pPr marL="1094262" indent="0">
              <a:buNone/>
              <a:defRPr sz="1276" b="1"/>
            </a:lvl4pPr>
            <a:lvl5pPr marL="1459017" indent="0">
              <a:buNone/>
              <a:defRPr sz="1276" b="1"/>
            </a:lvl5pPr>
            <a:lvl6pPr marL="1823771" indent="0">
              <a:buNone/>
              <a:defRPr sz="1276" b="1"/>
            </a:lvl6pPr>
            <a:lvl7pPr marL="2188525" indent="0">
              <a:buNone/>
              <a:defRPr sz="1276" b="1"/>
            </a:lvl7pPr>
            <a:lvl8pPr marL="2553279" indent="0">
              <a:buNone/>
              <a:defRPr sz="1276" b="1"/>
            </a:lvl8pPr>
            <a:lvl9pPr marL="2918033" indent="0">
              <a:buNone/>
              <a:defRPr sz="1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972" y="2235432"/>
            <a:ext cx="4114813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4098" y="1500205"/>
            <a:ext cx="4135077" cy="735227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754" indent="0">
              <a:buNone/>
              <a:defRPr sz="1596" b="1"/>
            </a:lvl2pPr>
            <a:lvl3pPr marL="729508" indent="0">
              <a:buNone/>
              <a:defRPr sz="1436" b="1"/>
            </a:lvl3pPr>
            <a:lvl4pPr marL="1094262" indent="0">
              <a:buNone/>
              <a:defRPr sz="1276" b="1"/>
            </a:lvl4pPr>
            <a:lvl5pPr marL="1459017" indent="0">
              <a:buNone/>
              <a:defRPr sz="1276" b="1"/>
            </a:lvl5pPr>
            <a:lvl6pPr marL="1823771" indent="0">
              <a:buNone/>
              <a:defRPr sz="1276" b="1"/>
            </a:lvl6pPr>
            <a:lvl7pPr marL="2188525" indent="0">
              <a:buNone/>
              <a:defRPr sz="1276" b="1"/>
            </a:lvl7pPr>
            <a:lvl8pPr marL="2553279" indent="0">
              <a:buNone/>
              <a:defRPr sz="1276" b="1"/>
            </a:lvl8pPr>
            <a:lvl9pPr marL="2918033" indent="0">
              <a:buNone/>
              <a:defRPr sz="1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4098" y="2235432"/>
            <a:ext cx="4135077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273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344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044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72" y="407988"/>
            <a:ext cx="3137086" cy="142795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5077" y="881140"/>
            <a:ext cx="4924098" cy="4349034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972" y="1835944"/>
            <a:ext cx="3137086" cy="3401313"/>
          </a:xfrm>
        </p:spPr>
        <p:txBody>
          <a:bodyPr/>
          <a:lstStyle>
            <a:lvl1pPr marL="0" indent="0">
              <a:buNone/>
              <a:defRPr sz="1276"/>
            </a:lvl1pPr>
            <a:lvl2pPr marL="364754" indent="0">
              <a:buNone/>
              <a:defRPr sz="1117"/>
            </a:lvl2pPr>
            <a:lvl3pPr marL="729508" indent="0">
              <a:buNone/>
              <a:defRPr sz="957"/>
            </a:lvl3pPr>
            <a:lvl4pPr marL="1094262" indent="0">
              <a:buNone/>
              <a:defRPr sz="798"/>
            </a:lvl4pPr>
            <a:lvl5pPr marL="1459017" indent="0">
              <a:buNone/>
              <a:defRPr sz="798"/>
            </a:lvl5pPr>
            <a:lvl6pPr marL="1823771" indent="0">
              <a:buNone/>
              <a:defRPr sz="798"/>
            </a:lvl6pPr>
            <a:lvl7pPr marL="2188525" indent="0">
              <a:buNone/>
              <a:defRPr sz="798"/>
            </a:lvl7pPr>
            <a:lvl8pPr marL="2553279" indent="0">
              <a:buNone/>
              <a:defRPr sz="798"/>
            </a:lvl8pPr>
            <a:lvl9pPr marL="2918033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0369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72" y="407988"/>
            <a:ext cx="3137086" cy="142795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5077" y="881140"/>
            <a:ext cx="4924098" cy="4349034"/>
          </a:xfrm>
        </p:spPr>
        <p:txBody>
          <a:bodyPr anchor="t"/>
          <a:lstStyle>
            <a:lvl1pPr marL="0" indent="0">
              <a:buNone/>
              <a:defRPr sz="2553"/>
            </a:lvl1pPr>
            <a:lvl2pPr marL="364754" indent="0">
              <a:buNone/>
              <a:defRPr sz="2234"/>
            </a:lvl2pPr>
            <a:lvl3pPr marL="729508" indent="0">
              <a:buNone/>
              <a:defRPr sz="1915"/>
            </a:lvl3pPr>
            <a:lvl4pPr marL="1094262" indent="0">
              <a:buNone/>
              <a:defRPr sz="1596"/>
            </a:lvl4pPr>
            <a:lvl5pPr marL="1459017" indent="0">
              <a:buNone/>
              <a:defRPr sz="1596"/>
            </a:lvl5pPr>
            <a:lvl6pPr marL="1823771" indent="0">
              <a:buNone/>
              <a:defRPr sz="1596"/>
            </a:lvl6pPr>
            <a:lvl7pPr marL="2188525" indent="0">
              <a:buNone/>
              <a:defRPr sz="1596"/>
            </a:lvl7pPr>
            <a:lvl8pPr marL="2553279" indent="0">
              <a:buNone/>
              <a:defRPr sz="1596"/>
            </a:lvl8pPr>
            <a:lvl9pPr marL="2918033" indent="0">
              <a:buNone/>
              <a:defRPr sz="15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972" y="1835944"/>
            <a:ext cx="3137086" cy="3401313"/>
          </a:xfrm>
        </p:spPr>
        <p:txBody>
          <a:bodyPr/>
          <a:lstStyle>
            <a:lvl1pPr marL="0" indent="0">
              <a:buNone/>
              <a:defRPr sz="1276"/>
            </a:lvl1pPr>
            <a:lvl2pPr marL="364754" indent="0">
              <a:buNone/>
              <a:defRPr sz="1117"/>
            </a:lvl2pPr>
            <a:lvl3pPr marL="729508" indent="0">
              <a:buNone/>
              <a:defRPr sz="957"/>
            </a:lvl3pPr>
            <a:lvl4pPr marL="1094262" indent="0">
              <a:buNone/>
              <a:defRPr sz="798"/>
            </a:lvl4pPr>
            <a:lvl5pPr marL="1459017" indent="0">
              <a:buNone/>
              <a:defRPr sz="798"/>
            </a:lvl5pPr>
            <a:lvl6pPr marL="1823771" indent="0">
              <a:buNone/>
              <a:defRPr sz="798"/>
            </a:lvl6pPr>
            <a:lvl7pPr marL="2188525" indent="0">
              <a:buNone/>
              <a:defRPr sz="798"/>
            </a:lvl7pPr>
            <a:lvl8pPr marL="2553279" indent="0">
              <a:buNone/>
              <a:defRPr sz="798"/>
            </a:lvl8pPr>
            <a:lvl9pPr marL="2918033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613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653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607" y="325823"/>
            <a:ext cx="2097301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705" y="325823"/>
            <a:ext cx="6170320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4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705" y="325824"/>
            <a:ext cx="838920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705" y="1629117"/>
            <a:ext cx="838920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705" y="5672161"/>
            <a:ext cx="218848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1941" y="5672161"/>
            <a:ext cx="3282732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9420" y="5672161"/>
            <a:ext cx="218848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042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29508" rtl="0" eaLnBrk="1" latinLnBrk="0" hangingPunct="1">
        <a:lnSpc>
          <a:spcPct val="90000"/>
        </a:lnSpc>
        <a:spcBef>
          <a:spcPct val="0"/>
        </a:spcBef>
        <a:buNone/>
        <a:defRPr sz="35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377" indent="-182377" algn="l" defTabSz="729508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1pPr>
      <a:lvl2pPr marL="547131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915" kern="1200">
          <a:solidFill>
            <a:schemeClr val="tx1"/>
          </a:solidFill>
          <a:latin typeface="+mn-lt"/>
          <a:ea typeface="+mn-ea"/>
          <a:cs typeface="+mn-cs"/>
        </a:defRPr>
      </a:lvl2pPr>
      <a:lvl3pPr marL="911885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596" kern="1200">
          <a:solidFill>
            <a:schemeClr val="tx1"/>
          </a:solidFill>
          <a:latin typeface="+mn-lt"/>
          <a:ea typeface="+mn-ea"/>
          <a:cs typeface="+mn-cs"/>
        </a:defRPr>
      </a:lvl3pPr>
      <a:lvl4pPr marL="1276640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641394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2006148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0902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5656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0410" indent="-182377" algn="l" defTabSz="729508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754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508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262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017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3771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8525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3279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033" algn="l" defTabSz="729508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1EEF05F-BB41-1E25-3451-C5AC9DF8D695}"/>
              </a:ext>
            </a:extLst>
          </p:cNvPr>
          <p:cNvGrpSpPr/>
          <p:nvPr/>
        </p:nvGrpSpPr>
        <p:grpSpPr>
          <a:xfrm>
            <a:off x="240530" y="12916"/>
            <a:ext cx="9245553" cy="6093981"/>
            <a:chOff x="532632" y="300738"/>
            <a:chExt cx="9399570" cy="619549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C3656ED-79C8-0BE1-DF83-FA0FC52D28AC}"/>
                </a:ext>
              </a:extLst>
            </p:cNvPr>
            <p:cNvGrpSpPr/>
            <p:nvPr/>
          </p:nvGrpSpPr>
          <p:grpSpPr>
            <a:xfrm>
              <a:off x="951326" y="2813880"/>
              <a:ext cx="8406721" cy="3682356"/>
              <a:chOff x="1034453" y="2586979"/>
              <a:chExt cx="8406721" cy="3682356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2B54243-FE75-757A-AF78-42C568C9A31B}"/>
                  </a:ext>
                </a:extLst>
              </p:cNvPr>
              <p:cNvGrpSpPr/>
              <p:nvPr/>
            </p:nvGrpSpPr>
            <p:grpSpPr>
              <a:xfrm>
                <a:off x="1094066" y="2586979"/>
                <a:ext cx="8184985" cy="3682356"/>
                <a:chOff x="1524145" y="4247793"/>
                <a:chExt cx="8507311" cy="4130248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57DAEF2-11F5-918E-8E66-A842870778BF}"/>
                    </a:ext>
                  </a:extLst>
                </p:cNvPr>
                <p:cNvSpPr txBox="1"/>
                <p:nvPr/>
              </p:nvSpPr>
              <p:spPr>
                <a:xfrm rot="18522378">
                  <a:off x="9111604" y="4120322"/>
                  <a:ext cx="130450" cy="3853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9FCD2E-5401-2C51-55C3-6C2C58AE3857}"/>
                    </a:ext>
                  </a:extLst>
                </p:cNvPr>
                <p:cNvSpPr txBox="1"/>
                <p:nvPr/>
              </p:nvSpPr>
              <p:spPr>
                <a:xfrm>
                  <a:off x="8894520" y="7962150"/>
                  <a:ext cx="1136936" cy="4158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l.</a:t>
                  </a:r>
                  <a:r>
                    <a:rPr lang="zh-CN" altLang="en-US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CN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EPLCD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CE6086B-4038-FBF8-09AE-4F6F0D7F1857}"/>
                    </a:ext>
                  </a:extLst>
                </p:cNvPr>
                <p:cNvSpPr txBox="1"/>
                <p:nvPr/>
              </p:nvSpPr>
              <p:spPr>
                <a:xfrm rot="18522378">
                  <a:off x="5972389" y="4160041"/>
                  <a:ext cx="130450" cy="3853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5044CAA-3D42-6875-544D-A6C2F3C68A5F}"/>
                    </a:ext>
                  </a:extLst>
                </p:cNvPr>
                <p:cNvSpPr txBox="1"/>
                <p:nvPr/>
              </p:nvSpPr>
              <p:spPr>
                <a:xfrm rot="18522378">
                  <a:off x="2501475" y="4208120"/>
                  <a:ext cx="130450" cy="3853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089F33C-E826-7A86-A953-085446DE9056}"/>
                    </a:ext>
                  </a:extLst>
                </p:cNvPr>
                <p:cNvSpPr txBox="1"/>
                <p:nvPr/>
              </p:nvSpPr>
              <p:spPr>
                <a:xfrm>
                  <a:off x="5091086" y="4383794"/>
                  <a:ext cx="1551938" cy="4158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h. EGC</a:t>
                  </a:r>
                  <a:r>
                    <a:rPr lang="en-US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+AHC</a:t>
                  </a:r>
                  <a:endPara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16D5A0F-576B-24B3-7E98-02EB4E881B5E}"/>
                    </a:ext>
                  </a:extLst>
                </p:cNvPr>
                <p:cNvSpPr txBox="1"/>
                <p:nvPr/>
              </p:nvSpPr>
              <p:spPr>
                <a:xfrm>
                  <a:off x="1524145" y="4383794"/>
                  <a:ext cx="2099604" cy="4158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77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g. </a:t>
                  </a:r>
                  <a:r>
                    <a:rPr lang="en-US" sz="177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SuperGAT+AHC</a:t>
                  </a:r>
                  <a:endParaRPr 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06214D-E6EE-9D61-31B6-E10D206CD871}"/>
                  </a:ext>
                </a:extLst>
              </p:cNvPr>
              <p:cNvSpPr txBox="1"/>
              <p:nvPr/>
            </p:nvSpPr>
            <p:spPr>
              <a:xfrm>
                <a:off x="7781285" y="2708232"/>
                <a:ext cx="1659889" cy="370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</a:t>
                </a:r>
                <a:r>
                  <a:rPr lang="zh-CN" alt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GATv2+AHC</a:t>
                </a:r>
                <a:endParaRPr lang="en-CN" sz="177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8A0E19-3A9B-17C7-D246-0528568441B6}"/>
                  </a:ext>
                </a:extLst>
              </p:cNvPr>
              <p:cNvSpPr txBox="1"/>
              <p:nvPr/>
            </p:nvSpPr>
            <p:spPr>
              <a:xfrm>
                <a:off x="4440933" y="5882554"/>
                <a:ext cx="1494767" cy="370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CN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PNA</a:t>
                </a:r>
                <a:r>
                  <a:rPr 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+AHC</a:t>
                </a:r>
                <a:endParaRPr lang="en-CN" sz="177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CF0EE44-F1AD-4831-DBCC-4997243DDA7D}"/>
                  </a:ext>
                </a:extLst>
              </p:cNvPr>
              <p:cNvSpPr txBox="1"/>
              <p:nvPr/>
            </p:nvSpPr>
            <p:spPr>
              <a:xfrm>
                <a:off x="1034453" y="5863915"/>
                <a:ext cx="2094499" cy="370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j. </a:t>
                </a:r>
                <a:r>
                  <a:rPr lang="en-US" sz="177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GNN-FiLM+AHC</a:t>
                </a:r>
                <a:endParaRPr lang="en-CN" sz="177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91AAB3F-94AC-B5A9-A5CF-BB1558A0D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2632" y="306316"/>
              <a:ext cx="2690470" cy="2722198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7B952D0-A0FF-488A-8D00-E7B14E364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40303" y="300738"/>
              <a:ext cx="2773347" cy="280605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5FB8AD0-8D68-FCFE-ED6A-4CE6E2943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58855" y="300738"/>
              <a:ext cx="2773347" cy="280605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471326C0-0D5E-B362-6740-31E8BAF9D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2632" y="3429000"/>
              <a:ext cx="2861479" cy="2895223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90B50F8-C762-DE41-2B68-62141D7F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45445" y="3406367"/>
              <a:ext cx="2906217" cy="2940488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0D2ACE8B-81F7-B1D8-B3DA-68C4F51B0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27476" y="3401294"/>
              <a:ext cx="2904725" cy="29389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351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28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2</cp:revision>
  <dcterms:created xsi:type="dcterms:W3CDTF">2024-04-08T09:29:10Z</dcterms:created>
  <dcterms:modified xsi:type="dcterms:W3CDTF">2024-04-08T09:49:18Z</dcterms:modified>
</cp:coreProperties>
</file>